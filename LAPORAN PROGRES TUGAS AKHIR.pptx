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7" d="100"/>
          <a:sy n="67" d="100"/>
        </p:scale>
        <p:origin x="8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78934-E3F3-B11C-D3DA-137F745C0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B6D699-1EEA-5828-C5F6-A75951A6C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8F698-2A34-C5EE-B05C-847FDF44D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63603-78DB-B819-5A9C-24E4BD491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7B08F-E371-7544-4FB0-8908D0B13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72094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7F51F-1019-576D-528A-BA4F62A6F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62FE-BE03-6876-8A89-B2C1B93CD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CBAD2-FDC7-2339-8079-E7608BC6B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C884A-EF8E-5724-4C0F-223FFD67E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7EE5-8504-D9DA-E623-0733F9454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87512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5115-6D66-E7F3-D8C8-0F3C6D92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B26D3C-8FE6-78A5-8401-602D6B694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A9B79-0911-6A0D-D2ED-32E1A663F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8FA19-0171-279F-74FA-92DF396BC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370A9-958B-D3F2-1F4C-8CA66AD58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62684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17EA-F2AD-0268-FF86-BB8E030D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19F90-D006-F8F9-48F0-76645990AC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A48E7C-F553-28A4-9768-E2F7B7A57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D09C08-4A3F-5962-B298-5E6A1E13E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727C7-AB75-C682-55C2-B341D753B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67D730-0CFE-2EA9-7AA1-2434D0A8C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23081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43040-8521-B854-F21B-B12CF85FF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511B1-87A3-1991-5EEA-84D453BD3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A8FB98-E235-EC85-8797-63AB868D2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74EB20-5466-CBE5-AB65-A3F39B0C0D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B73BE-8B44-504C-88E8-9BB3A27D79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4ECFC0-C92E-C1F8-081A-157E0A374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9098AA-4558-4967-1640-07D1DC0FD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3B8D8C-9262-403A-8E23-B064CCCB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07047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745D-5031-A151-A932-698A9737B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9EDB83-1856-9FC4-7484-E181B4A96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97568-A959-688B-BEA5-7EC2920EF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2B5F77-FA62-E74D-FD94-7C8FD5F6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01798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DC3F1B-DD1F-5A00-A3A7-548303B0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A8228F-98A2-A07D-ADD0-B97F4D3A2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A4065-8C21-7673-91C0-988556F1F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95763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ED7CC-66F2-311A-6665-A9EAD74EC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4A594-5090-3969-1E4F-8ADDC40DC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E2D3E-38D8-3190-3E52-038886AFDF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63E06-5FCA-718A-3BDD-DF8AA6D59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6E8A-D8E0-1AB2-8414-F1FEC6A35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75583-3B93-D2D6-F735-0F1414F68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38971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4D21C-AC93-7C80-AC20-5BF96025D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C5E4E2-E551-6A1E-F5A6-4F7101D11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69C16-E6CE-BBFF-26C8-850561FDE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CAA98-5A49-C102-EFA9-B398A17D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C6742D-5C39-BDC3-90A1-135013A30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E79A59-A9CC-8D3A-8BF4-444381D0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66945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6D8A1-863F-1707-A3DD-B11E66037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4FFB6D-7FE9-8F8D-9021-7E5845CEF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6023A-655B-D29C-7420-60B75CF4C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9220E4-DA0F-8C93-5A27-E0D178051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FA7E3-E5DF-EBEE-633F-0A457223D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9460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3929B2-7203-3D47-E8EC-AC89CD2FEA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F81DEE-5CA9-E8D5-6B57-E325362650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D21A-CCC3-C288-D089-2405C8A1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F3F1A-8842-9A68-2BB0-4FA6926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237CF-ED00-4B51-7239-E394ADFE3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1801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E30EF5-4745-BB02-D108-86616E53B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4D7C1-EB2E-520F-384B-67F494EDB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65D80-A36B-1E8E-C2A8-B48EF8ABE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0D536F-B06F-4321-8858-D86AEBEA7A99}" type="datetimeFigureOut">
              <a:rPr lang="en-ID" smtClean="0"/>
              <a:t>27/01/2026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4FB42-D72E-AEEE-80FA-5DBE8D759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35D96-623B-D9C8-A25B-4AF1557A2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72942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0A74B51-E9F6-82E2-04AF-C2B6F50E6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/>
              <a:t>LAPORAN PROGRES TUGAS AKHIR (TA)</a:t>
            </a:r>
            <a:endParaRPr lang="en-ID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C6C97FF-4756-0291-8FEC-CA290E71CC4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b="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/>
              <a:t>MUKHAMMAD FAJRUL FALAQ</a:t>
            </a:r>
            <a:endParaRPr lang="en-ID" sz="2400" b="1" dirty="0"/>
          </a:p>
        </p:txBody>
      </p:sp>
    </p:spTree>
    <p:extLst>
      <p:ext uri="{BB962C8B-B14F-4D97-AF65-F5344CB8AC3E}">
        <p14:creationId xmlns:p14="http://schemas.microsoft.com/office/powerpoint/2010/main" val="3838710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B5A23D-66A7-6AF3-8F8B-CD944A77B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18" y="2136688"/>
            <a:ext cx="2509246" cy="24505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15B2103-F6BA-20B2-0A4A-EC502E7BB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18" y="2431468"/>
            <a:ext cx="3795088" cy="1860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5F4BCC-BE81-2D6D-26E6-A77D597998E7}"/>
              </a:ext>
            </a:extLst>
          </p:cNvPr>
          <p:cNvSpPr txBox="1"/>
          <p:nvPr/>
        </p:nvSpPr>
        <p:spPr>
          <a:xfrm>
            <a:off x="5019262" y="635870"/>
            <a:ext cx="2525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Saran </a:t>
            </a:r>
            <a:r>
              <a:rPr lang="en-US" sz="2400" b="1" dirty="0" err="1"/>
              <a:t>Perbaikan</a:t>
            </a:r>
            <a:endParaRPr lang="en-ID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319DA-8472-36A9-3075-FBA51D824E8A}"/>
              </a:ext>
            </a:extLst>
          </p:cNvPr>
          <p:cNvSpPr txBox="1"/>
          <p:nvPr/>
        </p:nvSpPr>
        <p:spPr>
          <a:xfrm>
            <a:off x="7073326" y="1885950"/>
            <a:ext cx="4648182" cy="2952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D" dirty="0" err="1"/>
              <a:t>Masalah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pada </a:t>
            </a:r>
            <a:r>
              <a:rPr lang="en-ID" dirty="0" err="1"/>
              <a:t>kode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pemotongannya</a:t>
            </a:r>
            <a:r>
              <a:rPr lang="en-ID" dirty="0"/>
              <a:t> , Logika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memotong</a:t>
            </a:r>
            <a:r>
              <a:rPr lang="en-ID" dirty="0"/>
              <a:t> </a:t>
            </a:r>
            <a:r>
              <a:rPr lang="en-ID" dirty="0" err="1"/>
              <a:t>setiap</a:t>
            </a:r>
            <a:r>
              <a:rPr lang="en-ID" dirty="0"/>
              <a:t> kali </a:t>
            </a:r>
            <a:r>
              <a:rPr lang="en-ID" dirty="0" err="1"/>
              <a:t>menemukan</a:t>
            </a:r>
            <a:r>
              <a:rPr lang="en-ID" dirty="0"/>
              <a:t> </a:t>
            </a:r>
            <a:r>
              <a:rPr lang="en-ID" dirty="0" err="1"/>
              <a:t>persimpangan</a:t>
            </a:r>
            <a:r>
              <a:rPr lang="en-ID" dirty="0"/>
              <a:t> garis,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</a:t>
            </a:r>
            <a:r>
              <a:rPr lang="en-ID" dirty="0" err="1"/>
              <a:t>konteks</a:t>
            </a:r>
            <a:r>
              <a:rPr lang="en-ID" dirty="0"/>
              <a:t>. </a:t>
            </a:r>
            <a:r>
              <a:rPr lang="en-ID" dirty="0" err="1"/>
              <a:t>Akibatnya</a:t>
            </a:r>
            <a:r>
              <a:rPr lang="en-ID" dirty="0"/>
              <a:t>, </a:t>
            </a:r>
            <a:r>
              <a:rPr lang="en-ID" dirty="0" err="1"/>
              <a:t>huruf</a:t>
            </a:r>
            <a:r>
              <a:rPr lang="en-ID" dirty="0"/>
              <a:t>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gigi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"Sin" </a:t>
            </a:r>
            <a:r>
              <a:rPr lang="en-ID" dirty="0" err="1"/>
              <a:t>justru</a:t>
            </a:r>
            <a:r>
              <a:rPr lang="en-ID" dirty="0"/>
              <a:t> </a:t>
            </a:r>
            <a:r>
              <a:rPr lang="en-ID" dirty="0" err="1"/>
              <a:t>dipotong-potong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serpihan</a:t>
            </a:r>
            <a:r>
              <a:rPr lang="en-ID" dirty="0"/>
              <a:t> </a:t>
            </a:r>
            <a:r>
              <a:rPr lang="en-ID" dirty="0" err="1"/>
              <a:t>kecil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dianggap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huruf-huruf</a:t>
            </a:r>
            <a:r>
              <a:rPr lang="en-ID" dirty="0"/>
              <a:t> yang </a:t>
            </a:r>
            <a:r>
              <a:rPr lang="en-ID" dirty="0" err="1"/>
              <a:t>berbeda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8381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79BE71-D8FA-2362-5582-33957C4CF2D8}"/>
              </a:ext>
            </a:extLst>
          </p:cNvPr>
          <p:cNvSpPr txBox="1"/>
          <p:nvPr/>
        </p:nvSpPr>
        <p:spPr>
          <a:xfrm>
            <a:off x="5290683" y="900112"/>
            <a:ext cx="1610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/>
              <a:t>Perbaikan</a:t>
            </a:r>
            <a:endParaRPr lang="en-ID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F059D3-7CFC-EB7F-33E6-4D097326A5BD}"/>
              </a:ext>
            </a:extLst>
          </p:cNvPr>
          <p:cNvSpPr txBox="1"/>
          <p:nvPr/>
        </p:nvSpPr>
        <p:spPr>
          <a:xfrm>
            <a:off x="971552" y="4309109"/>
            <a:ext cx="10776922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D" sz="2000" dirty="0" err="1"/>
              <a:t>struktur</a:t>
            </a:r>
            <a:r>
              <a:rPr lang="en-ID" sz="2000" dirty="0"/>
              <a:t> </a:t>
            </a:r>
            <a:r>
              <a:rPr lang="en-ID" sz="2000" dirty="0" err="1"/>
              <a:t>huruf</a:t>
            </a:r>
            <a:r>
              <a:rPr lang="en-ID" sz="2000" dirty="0"/>
              <a:t> 'Sin' </a:t>
            </a:r>
            <a:r>
              <a:rPr lang="en-ID" sz="2000" dirty="0" err="1"/>
              <a:t>kini</a:t>
            </a:r>
            <a:r>
              <a:rPr lang="en-ID" sz="2000" dirty="0"/>
              <a:t> </a:t>
            </a:r>
            <a:r>
              <a:rPr lang="en-ID" sz="2000" dirty="0" err="1"/>
              <a:t>berhasil</a:t>
            </a:r>
            <a:r>
              <a:rPr lang="en-ID" sz="2000" dirty="0"/>
              <a:t> </a:t>
            </a:r>
            <a:r>
              <a:rPr lang="en-ID" sz="2000" dirty="0" err="1"/>
              <a:t>dipertahankan</a:t>
            </a:r>
            <a:r>
              <a:rPr lang="en-ID" sz="2000" dirty="0"/>
              <a:t> </a:t>
            </a:r>
            <a:r>
              <a:rPr lang="en-ID" sz="2000" dirty="0" err="1"/>
              <a:t>keutuhannya</a:t>
            </a:r>
            <a:r>
              <a:rPr lang="en-ID" sz="2000" dirty="0"/>
              <a:t>. </a:t>
            </a:r>
            <a:r>
              <a:rPr lang="en-ID" sz="2000" dirty="0" err="1"/>
              <a:t>Sistem</a:t>
            </a:r>
            <a:r>
              <a:rPr lang="en-ID" sz="2000" dirty="0"/>
              <a:t> </a:t>
            </a:r>
            <a:r>
              <a:rPr lang="en-ID" sz="2000" dirty="0" err="1"/>
              <a:t>tidak</a:t>
            </a:r>
            <a:r>
              <a:rPr lang="en-ID" sz="2000" dirty="0"/>
              <a:t> </a:t>
            </a:r>
            <a:r>
              <a:rPr lang="en-ID" sz="2000" dirty="0" err="1"/>
              <a:t>lagi</a:t>
            </a:r>
            <a:r>
              <a:rPr lang="en-ID" sz="2000" dirty="0"/>
              <a:t> </a:t>
            </a:r>
            <a:r>
              <a:rPr lang="en-ID" sz="2000" dirty="0" err="1"/>
              <a:t>memecah</a:t>
            </a:r>
            <a:r>
              <a:rPr lang="en-ID" sz="2000" dirty="0"/>
              <a:t> </a:t>
            </a:r>
            <a:r>
              <a:rPr lang="en-ID" sz="2000" dirty="0" err="1"/>
              <a:t>gigi-gigi</a:t>
            </a:r>
            <a:r>
              <a:rPr lang="en-ID" sz="2000" dirty="0"/>
              <a:t> </a:t>
            </a:r>
            <a:r>
              <a:rPr lang="en-ID" sz="2000" dirty="0" err="1"/>
              <a:t>huruf</a:t>
            </a:r>
            <a:r>
              <a:rPr lang="en-ID" sz="2000" dirty="0"/>
              <a:t>, </a:t>
            </a:r>
            <a:r>
              <a:rPr lang="en-ID" sz="2000" dirty="0" err="1"/>
              <a:t>melainkan</a:t>
            </a:r>
            <a:r>
              <a:rPr lang="en-ID" sz="2000" dirty="0"/>
              <a:t> </a:t>
            </a:r>
            <a:r>
              <a:rPr lang="en-ID" sz="2000" dirty="0" err="1"/>
              <a:t>menganggap</a:t>
            </a:r>
            <a:r>
              <a:rPr lang="en-ID" sz="2000" dirty="0"/>
              <a:t> </a:t>
            </a:r>
            <a:r>
              <a:rPr lang="en-ID" sz="2000" dirty="0" err="1"/>
              <a:t>keseluruhan</a:t>
            </a:r>
            <a:r>
              <a:rPr lang="en-ID" sz="2000" dirty="0"/>
              <a:t> </a:t>
            </a:r>
            <a:r>
              <a:rPr lang="en-ID" sz="2000" dirty="0" err="1"/>
              <a:t>struktur</a:t>
            </a:r>
            <a:r>
              <a:rPr lang="en-ID" sz="2000" dirty="0"/>
              <a:t> </a:t>
            </a:r>
            <a:r>
              <a:rPr lang="en-ID" sz="2000" dirty="0" err="1"/>
              <a:t>tersebut</a:t>
            </a:r>
            <a:r>
              <a:rPr lang="en-ID" sz="2000" dirty="0"/>
              <a:t> </a:t>
            </a:r>
            <a:r>
              <a:rPr lang="en-ID" sz="2000" dirty="0" err="1"/>
              <a:t>sebagai</a:t>
            </a:r>
            <a:r>
              <a:rPr lang="en-ID" sz="2000" dirty="0"/>
              <a:t> </a:t>
            </a:r>
            <a:r>
              <a:rPr lang="en-ID" sz="2000" b="1" dirty="0" err="1"/>
              <a:t>satu</a:t>
            </a:r>
            <a:r>
              <a:rPr lang="en-ID" sz="2000" b="1" dirty="0"/>
              <a:t> </a:t>
            </a:r>
            <a:r>
              <a:rPr lang="en-ID" sz="2000" b="1" dirty="0" err="1"/>
              <a:t>entitas</a:t>
            </a:r>
            <a:r>
              <a:rPr lang="en-ID" sz="2000" b="1" dirty="0"/>
              <a:t> </a:t>
            </a:r>
            <a:r>
              <a:rPr lang="en-ID" sz="2000" b="1" dirty="0" err="1"/>
              <a:t>huruf</a:t>
            </a:r>
            <a:r>
              <a:rPr lang="en-ID" sz="2000" b="1" dirty="0"/>
              <a:t> </a:t>
            </a:r>
            <a:r>
              <a:rPr lang="en-ID" sz="2000" b="1" dirty="0" err="1"/>
              <a:t>tunggal</a:t>
            </a:r>
            <a:r>
              <a:rPr lang="en-ID" sz="2000" dirty="0"/>
              <a:t> yang valid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468D1-507B-3B5B-8E03-B4C246D66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374" y="1580934"/>
            <a:ext cx="4977252" cy="246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25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839E6C-6491-8264-50C8-C359ADB63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405" y="1089710"/>
            <a:ext cx="3277206" cy="32005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CAD632-6CE2-85DD-CE71-2B727321D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976" y="1468150"/>
            <a:ext cx="4286529" cy="21019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23AE73-A6A4-1974-D877-B63F99630C8B}"/>
              </a:ext>
            </a:extLst>
          </p:cNvPr>
          <p:cNvSpPr txBox="1"/>
          <p:nvPr/>
        </p:nvSpPr>
        <p:spPr>
          <a:xfrm>
            <a:off x="5644594" y="442913"/>
            <a:ext cx="9028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Hasil</a:t>
            </a:r>
            <a:endParaRPr lang="en-ID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605EE6-F3E7-B24E-85A5-E4242FA9D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1856" y="4676019"/>
            <a:ext cx="2943457" cy="14562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B373D5-2DFD-385D-D42D-ED03A7154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698" y="4676019"/>
            <a:ext cx="2943457" cy="14562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962931-E593-90F6-8258-67B2A25794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0777" y="4676019"/>
            <a:ext cx="2943457" cy="145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519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3A9136-C659-DD7E-84B7-18AEFF6643E8}"/>
              </a:ext>
            </a:extLst>
          </p:cNvPr>
          <p:cNvSpPr txBox="1"/>
          <p:nvPr/>
        </p:nvSpPr>
        <p:spPr>
          <a:xfrm>
            <a:off x="5691882" y="2614613"/>
            <a:ext cx="80823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b="1" dirty="0"/>
              <a:t>2</a:t>
            </a:r>
          </a:p>
          <a:p>
            <a:endParaRPr lang="en-ID" sz="9600" b="1" dirty="0"/>
          </a:p>
        </p:txBody>
      </p:sp>
    </p:spTree>
    <p:extLst>
      <p:ext uri="{BB962C8B-B14F-4D97-AF65-F5344CB8AC3E}">
        <p14:creationId xmlns:p14="http://schemas.microsoft.com/office/powerpoint/2010/main" val="786642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429D3B-EBB4-65D2-CF8A-6458ECBEB5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3223" y="1258904"/>
            <a:ext cx="3129116" cy="30559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0D8065-C232-E0D2-9C29-4A78615A2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161" y="4473490"/>
            <a:ext cx="4872247" cy="1966395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C7C544F8-E8DA-9EB9-6AD9-65A7C97590BF}"/>
              </a:ext>
            </a:extLst>
          </p:cNvPr>
          <p:cNvSpPr/>
          <p:nvPr/>
        </p:nvSpPr>
        <p:spPr>
          <a:xfrm>
            <a:off x="5674518" y="3157537"/>
            <a:ext cx="842963" cy="5429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B131CE-EF9F-8BB3-D2F0-174C6CC111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8" y="4907057"/>
            <a:ext cx="5271342" cy="12729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ACE530-1E12-003C-84A3-600E890F9F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780" y="1262973"/>
            <a:ext cx="3112646" cy="30518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5D0053-7574-4BDC-E018-F15484965C2A}"/>
              </a:ext>
            </a:extLst>
          </p:cNvPr>
          <p:cNvSpPr txBox="1"/>
          <p:nvPr/>
        </p:nvSpPr>
        <p:spPr>
          <a:xfrm>
            <a:off x="2068010" y="409131"/>
            <a:ext cx="2100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err="1"/>
              <a:t>Sebelum</a:t>
            </a:r>
            <a:endParaRPr lang="en-ID" sz="2800" b="1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067826-EB0A-1685-A31D-626A9A6C39B9}"/>
              </a:ext>
            </a:extLst>
          </p:cNvPr>
          <p:cNvSpPr txBox="1"/>
          <p:nvPr/>
        </p:nvSpPr>
        <p:spPr>
          <a:xfrm>
            <a:off x="8882077" y="290069"/>
            <a:ext cx="2100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err="1"/>
              <a:t>Sesudah</a:t>
            </a:r>
            <a:endParaRPr lang="en-ID" sz="2800" b="1" u="sng" dirty="0"/>
          </a:p>
        </p:txBody>
      </p:sp>
    </p:spTree>
    <p:extLst>
      <p:ext uri="{BB962C8B-B14F-4D97-AF65-F5344CB8AC3E}">
        <p14:creationId xmlns:p14="http://schemas.microsoft.com/office/powerpoint/2010/main" val="922521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2233</TotalTime>
  <Words>90</Words>
  <Application>Microsoft Office PowerPoint</Application>
  <PresentationFormat>Widescreen</PresentationFormat>
  <Paragraphs>10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LAPORAN PROGRES TUGAS AKHIR (TA)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fajrul falaq</dc:creator>
  <cp:lastModifiedBy>fajrul falaq</cp:lastModifiedBy>
  <cp:revision>2</cp:revision>
  <dcterms:created xsi:type="dcterms:W3CDTF">2026-01-15T14:09:29Z</dcterms:created>
  <dcterms:modified xsi:type="dcterms:W3CDTF">2026-01-29T03:54:04Z</dcterms:modified>
</cp:coreProperties>
</file>