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7" d="100"/>
          <a:sy n="67" d="100"/>
        </p:scale>
        <p:origin x="8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C12D71-F799-457B-BE87-84AB221350DA}" type="datetimeFigureOut">
              <a:rPr lang="en-ID" smtClean="0"/>
              <a:t>12/02/2026</a:t>
            </a:fld>
            <a:endParaRPr lang="en-ID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D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B79201-05B9-4359-B01D-5C91C49B232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9840593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B79201-05B9-4359-B01D-5C91C49B2321}" type="slidenum">
              <a:rPr lang="en-ID" smtClean="0"/>
              <a:t>9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4665054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D78934-E3F3-B11C-D3DA-137F745C0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B6D699-1EEA-5828-C5F6-A75951A6C4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8F698-2A34-C5EE-B05C-847FDF44D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D536F-B06F-4321-8858-D86AEBEA7A99}" type="datetimeFigureOut">
              <a:rPr lang="en-ID" smtClean="0"/>
              <a:t>12/02/2026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F63603-78DB-B819-5A9C-24E4BD491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57B08F-E371-7544-4FB0-8908D0B13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F3C1-DC17-48A2-80F1-5A7C5D6A566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4720944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7F51F-1019-576D-528A-BA4F62A6F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B62FE-BE03-6876-8A89-B2C1B93CD1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CCBAD2-FDC7-2339-8079-E7608BC6B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D536F-B06F-4321-8858-D86AEBEA7A99}" type="datetimeFigureOut">
              <a:rPr lang="en-ID" smtClean="0"/>
              <a:t>12/02/2026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DC884A-EF8E-5724-4C0F-223FFD67E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5B7EE5-8504-D9DA-E623-0733F9454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F3C1-DC17-48A2-80F1-5A7C5D6A566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2875127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D5115-6D66-E7F3-D8C8-0F3C6D929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B26D3C-8FE6-78A5-8401-602D6B6941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DA9B79-0911-6A0D-D2ED-32E1A663F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D536F-B06F-4321-8858-D86AEBEA7A99}" type="datetimeFigureOut">
              <a:rPr lang="en-ID" smtClean="0"/>
              <a:t>12/02/2026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B8FA19-0171-279F-74FA-92DF396BC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370A9-958B-D3F2-1F4C-8CA66AD58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F3C1-DC17-48A2-80F1-5A7C5D6A566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762684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C17EA-F2AD-0268-FF86-BB8E030D3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819F90-D006-F8F9-48F0-76645990AC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A48E7C-F553-28A4-9768-E2F7B7A573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D09C08-4A3F-5962-B298-5E6A1E13E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D536F-B06F-4321-8858-D86AEBEA7A99}" type="datetimeFigureOut">
              <a:rPr lang="en-ID" smtClean="0"/>
              <a:t>12/02/2026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1727C7-AB75-C682-55C2-B341D753BA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67D730-0CFE-2EA9-7AA1-2434D0A8C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F3C1-DC17-48A2-80F1-5A7C5D6A566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223081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43040-8521-B854-F21B-B12CF85FF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F511B1-87A3-1991-5EEA-84D453BD33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A8FB98-E235-EC85-8797-63AB868D24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74EB20-5466-CBE5-AB65-A3F39B0C0D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AB73BE-8B44-504C-88E8-9BB3A27D79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14ECFC0-C92E-C1F8-081A-157E0A374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D536F-B06F-4321-8858-D86AEBEA7A99}" type="datetimeFigureOut">
              <a:rPr lang="en-ID" smtClean="0"/>
              <a:t>12/02/2026</a:t>
            </a:fld>
            <a:endParaRPr lang="en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09098AA-4558-4967-1640-07D1DC0FD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3B8D8C-9262-403A-8E23-B064CCCB1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F3C1-DC17-48A2-80F1-5A7C5D6A566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807047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F745D-5031-A151-A932-698A9737B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9EDB83-1856-9FC4-7484-E181B4A967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D536F-B06F-4321-8858-D86AEBEA7A99}" type="datetimeFigureOut">
              <a:rPr lang="en-ID" smtClean="0"/>
              <a:t>12/02/2026</a:t>
            </a:fld>
            <a:endParaRPr lang="en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A97568-A959-688B-BEA5-7EC2920EF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2B5F77-FA62-E74D-FD94-7C8FD5F6B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F3C1-DC17-48A2-80F1-5A7C5D6A566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0017981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5DC3F1B-DD1F-5A00-A3A7-548303B0B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D536F-B06F-4321-8858-D86AEBEA7A99}" type="datetimeFigureOut">
              <a:rPr lang="en-ID" smtClean="0"/>
              <a:t>12/02/2026</a:t>
            </a:fld>
            <a:endParaRPr lang="en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A8228F-98A2-A07D-ADD0-B97F4D3A2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2A4065-8C21-7673-91C0-988556F1F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F3C1-DC17-48A2-80F1-5A7C5D6A566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895763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ED7CC-66F2-311A-6665-A9EAD74EC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4A594-5090-3969-1E4F-8ADDC40DC0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1E2D3E-38D8-3190-3E52-038886AFDF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163E06-5FCA-718A-3BDD-DF8AA6D59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D536F-B06F-4321-8858-D86AEBEA7A99}" type="datetimeFigureOut">
              <a:rPr lang="en-ID" smtClean="0"/>
              <a:t>12/02/2026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076E8A-D8E0-1AB2-8414-F1FEC6A35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875583-3B93-D2D6-F735-0F1414F68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F3C1-DC17-48A2-80F1-5A7C5D6A566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438971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4D21C-AC93-7C80-AC20-5BF96025D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CC5E4E2-E551-6A1E-F5A6-4F7101D11B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F69C16-E6CE-BBFF-26C8-850561FDE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3CAA98-5A49-C102-EFA9-B398A17DE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D536F-B06F-4321-8858-D86AEBEA7A99}" type="datetimeFigureOut">
              <a:rPr lang="en-ID" smtClean="0"/>
              <a:t>12/02/2026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C6742D-5C39-BDC3-90A1-135013A30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E79A59-A9CC-8D3A-8BF4-444381D02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F3C1-DC17-48A2-80F1-5A7C5D6A566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5669452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6D8A1-863F-1707-A3DD-B11E66037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4FFB6D-7FE9-8F8D-9021-7E5845CEFD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A6023A-655B-D29C-7420-60B75CF4C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D536F-B06F-4321-8858-D86AEBEA7A99}" type="datetimeFigureOut">
              <a:rPr lang="en-ID" smtClean="0"/>
              <a:t>12/02/2026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9220E4-DA0F-8C93-5A27-E0D178051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FFA7E3-E5DF-EBEE-633F-0A457223D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F3C1-DC17-48A2-80F1-5A7C5D6A566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149460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3929B2-7203-3D47-E8EC-AC89CD2FEA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F81DEE-5CA9-E8D5-6B57-E325362650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D1D21A-CCC3-C288-D089-2405C8A19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D536F-B06F-4321-8858-D86AEBEA7A99}" type="datetimeFigureOut">
              <a:rPr lang="en-ID" smtClean="0"/>
              <a:t>12/02/2026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6F3F1A-8842-9A68-2BB0-4FA6926EA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1237CF-ED00-4B51-7239-E394ADFE3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F3C1-DC17-48A2-80F1-5A7C5D6A566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1180196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E30EF5-4745-BB02-D108-86616E53B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F4D7C1-EB2E-520F-384B-67F494EDB7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F65D80-A36B-1E8E-C2A8-B48EF8ABEA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0D536F-B06F-4321-8858-D86AEBEA7A99}" type="datetimeFigureOut">
              <a:rPr lang="en-ID" smtClean="0"/>
              <a:t>12/02/2026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44FB42-D72E-AEEE-80FA-5DBE8D7594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E35D96-623B-D9C8-A25B-4AF1557A23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3EF3C1-DC17-48A2-80F1-5A7C5D6A566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5729425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0A74B51-E9F6-82E2-04AF-C2B6F50E68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r>
              <a:rPr lang="en-US" dirty="0"/>
              <a:t>LAPORAN PROGRES TUGAS AKHIR (TA)</a:t>
            </a:r>
            <a:endParaRPr lang="en-ID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BC6C97FF-4756-0291-8FEC-CA290E71CC4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 vert="horz" lIns="91440" tIns="91440" rIns="91440" bIns="91440" rtlCol="0">
            <a:norm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800" b="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800" kern="1200" cap="none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kern="1200" cap="none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kern="1200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kern="1200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b="1" dirty="0"/>
              <a:t>MUKHAMMAD FAJRUL FALAQ</a:t>
            </a:r>
            <a:endParaRPr lang="en-ID" sz="2400" b="1" dirty="0"/>
          </a:p>
        </p:txBody>
      </p:sp>
    </p:spTree>
    <p:extLst>
      <p:ext uri="{BB962C8B-B14F-4D97-AF65-F5344CB8AC3E}">
        <p14:creationId xmlns:p14="http://schemas.microsoft.com/office/powerpoint/2010/main" val="38387102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3B5A23D-66A7-6AF3-8F8B-CD944A77B5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18" y="2136688"/>
            <a:ext cx="2509246" cy="24505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15B2103-F6BA-20B2-0A4A-EC502E7BBB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18" y="2431468"/>
            <a:ext cx="3795088" cy="186098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65F4BCC-BE81-2D6D-26E6-A77D597998E7}"/>
              </a:ext>
            </a:extLst>
          </p:cNvPr>
          <p:cNvSpPr txBox="1"/>
          <p:nvPr/>
        </p:nvSpPr>
        <p:spPr>
          <a:xfrm>
            <a:off x="5019262" y="635870"/>
            <a:ext cx="25259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Saran </a:t>
            </a:r>
            <a:r>
              <a:rPr lang="en-US" sz="2400" b="1" dirty="0" err="1"/>
              <a:t>Perbaikan</a:t>
            </a:r>
            <a:endParaRPr lang="en-ID" sz="24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0319DA-8472-36A9-3075-FBA51D824E8A}"/>
              </a:ext>
            </a:extLst>
          </p:cNvPr>
          <p:cNvSpPr txBox="1"/>
          <p:nvPr/>
        </p:nvSpPr>
        <p:spPr>
          <a:xfrm>
            <a:off x="7073326" y="1885950"/>
            <a:ext cx="4648182" cy="29520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D" dirty="0" err="1"/>
              <a:t>Masalah</a:t>
            </a:r>
            <a:r>
              <a:rPr lang="en-ID" dirty="0"/>
              <a:t> </a:t>
            </a:r>
            <a:r>
              <a:rPr lang="en-ID" dirty="0" err="1"/>
              <a:t>utama</a:t>
            </a:r>
            <a:r>
              <a:rPr lang="en-ID" dirty="0"/>
              <a:t> pada </a:t>
            </a:r>
            <a:r>
              <a:rPr lang="en-ID" dirty="0" err="1"/>
              <a:t>kode</a:t>
            </a:r>
            <a:r>
              <a:rPr lang="en-ID" dirty="0"/>
              <a:t> </a:t>
            </a:r>
            <a:r>
              <a:rPr lang="en-ID" dirty="0" err="1"/>
              <a:t>awal</a:t>
            </a:r>
            <a:r>
              <a:rPr lang="en-ID" dirty="0"/>
              <a:t>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cara</a:t>
            </a:r>
            <a:r>
              <a:rPr lang="en-ID" dirty="0"/>
              <a:t> </a:t>
            </a:r>
            <a:r>
              <a:rPr lang="en-ID" dirty="0" err="1"/>
              <a:t>pemotongannya</a:t>
            </a:r>
            <a:r>
              <a:rPr lang="en-ID" dirty="0"/>
              <a:t> , Logika </a:t>
            </a:r>
            <a:r>
              <a:rPr lang="en-ID" dirty="0" err="1"/>
              <a:t>awal</a:t>
            </a:r>
            <a:r>
              <a:rPr lang="en-ID" dirty="0"/>
              <a:t> </a:t>
            </a:r>
            <a:r>
              <a:rPr lang="en-ID" dirty="0" err="1"/>
              <a:t>memotong</a:t>
            </a:r>
            <a:r>
              <a:rPr lang="en-ID" dirty="0"/>
              <a:t> </a:t>
            </a:r>
            <a:r>
              <a:rPr lang="en-ID" dirty="0" err="1"/>
              <a:t>setiap</a:t>
            </a:r>
            <a:r>
              <a:rPr lang="en-ID" dirty="0"/>
              <a:t> kali </a:t>
            </a:r>
            <a:r>
              <a:rPr lang="en-ID" dirty="0" err="1"/>
              <a:t>menemukan</a:t>
            </a:r>
            <a:r>
              <a:rPr lang="en-ID" dirty="0"/>
              <a:t> </a:t>
            </a:r>
            <a:r>
              <a:rPr lang="en-ID" dirty="0" err="1"/>
              <a:t>persimpangan</a:t>
            </a:r>
            <a:r>
              <a:rPr lang="en-ID" dirty="0"/>
              <a:t> garis, </a:t>
            </a:r>
            <a:r>
              <a:rPr lang="en-ID" dirty="0" err="1"/>
              <a:t>tanpa</a:t>
            </a:r>
            <a:r>
              <a:rPr lang="en-ID" dirty="0"/>
              <a:t> </a:t>
            </a:r>
            <a:r>
              <a:rPr lang="en-ID" dirty="0" err="1"/>
              <a:t>melihat</a:t>
            </a:r>
            <a:r>
              <a:rPr lang="en-ID" dirty="0"/>
              <a:t> </a:t>
            </a:r>
            <a:r>
              <a:rPr lang="en-ID" dirty="0" err="1"/>
              <a:t>konteks</a:t>
            </a:r>
            <a:r>
              <a:rPr lang="en-ID" dirty="0"/>
              <a:t>. </a:t>
            </a:r>
            <a:r>
              <a:rPr lang="en-ID" dirty="0" err="1"/>
              <a:t>Akibatnya</a:t>
            </a:r>
            <a:r>
              <a:rPr lang="en-ID" dirty="0"/>
              <a:t>, </a:t>
            </a:r>
            <a:r>
              <a:rPr lang="en-ID" dirty="0" err="1"/>
              <a:t>huruf</a:t>
            </a:r>
            <a:r>
              <a:rPr lang="en-ID" dirty="0"/>
              <a:t> yang </a:t>
            </a:r>
            <a:r>
              <a:rPr lang="en-ID" dirty="0" err="1"/>
              <a:t>memiliki</a:t>
            </a:r>
            <a:r>
              <a:rPr lang="en-ID" dirty="0"/>
              <a:t> </a:t>
            </a:r>
            <a:r>
              <a:rPr lang="en-ID" dirty="0" err="1"/>
              <a:t>banyak</a:t>
            </a:r>
            <a:r>
              <a:rPr lang="en-ID" dirty="0"/>
              <a:t> </a:t>
            </a:r>
            <a:r>
              <a:rPr lang="en-ID" dirty="0" err="1"/>
              <a:t>gigi</a:t>
            </a:r>
            <a:r>
              <a:rPr lang="en-ID" dirty="0"/>
              <a:t> </a:t>
            </a:r>
            <a:r>
              <a:rPr lang="en-ID" dirty="0" err="1"/>
              <a:t>seperti</a:t>
            </a:r>
            <a:r>
              <a:rPr lang="en-ID" dirty="0"/>
              <a:t> "Sin" </a:t>
            </a:r>
            <a:r>
              <a:rPr lang="en-ID" dirty="0" err="1"/>
              <a:t>justru</a:t>
            </a:r>
            <a:r>
              <a:rPr lang="en-ID" dirty="0"/>
              <a:t> </a:t>
            </a:r>
            <a:r>
              <a:rPr lang="en-ID" dirty="0" err="1"/>
              <a:t>dipotong-potong</a:t>
            </a:r>
            <a:r>
              <a:rPr lang="en-ID" dirty="0"/>
              <a:t>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serpihan</a:t>
            </a:r>
            <a:r>
              <a:rPr lang="en-ID" dirty="0"/>
              <a:t> </a:t>
            </a:r>
            <a:r>
              <a:rPr lang="en-ID" dirty="0" err="1"/>
              <a:t>kecil</a:t>
            </a:r>
            <a:r>
              <a:rPr lang="en-ID" dirty="0"/>
              <a:t>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dianggap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huruf-huruf</a:t>
            </a:r>
            <a:r>
              <a:rPr lang="en-ID" dirty="0"/>
              <a:t> yang </a:t>
            </a:r>
            <a:r>
              <a:rPr lang="en-ID" dirty="0" err="1"/>
              <a:t>berbeda</a:t>
            </a:r>
            <a:r>
              <a:rPr lang="en-ID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983814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E79BE71-D8FA-2362-5582-33957C4CF2D8}"/>
              </a:ext>
            </a:extLst>
          </p:cNvPr>
          <p:cNvSpPr txBox="1"/>
          <p:nvPr/>
        </p:nvSpPr>
        <p:spPr>
          <a:xfrm>
            <a:off x="5290683" y="900112"/>
            <a:ext cx="16106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err="1"/>
              <a:t>Perbaikan</a:t>
            </a:r>
            <a:endParaRPr lang="en-ID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F059D3-7CFC-EB7F-33E6-4D097326A5BD}"/>
              </a:ext>
            </a:extLst>
          </p:cNvPr>
          <p:cNvSpPr txBox="1"/>
          <p:nvPr/>
        </p:nvSpPr>
        <p:spPr>
          <a:xfrm>
            <a:off x="971552" y="4309109"/>
            <a:ext cx="10776922" cy="96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D" sz="2000" dirty="0" err="1"/>
              <a:t>struktur</a:t>
            </a:r>
            <a:r>
              <a:rPr lang="en-ID" sz="2000" dirty="0"/>
              <a:t> </a:t>
            </a:r>
            <a:r>
              <a:rPr lang="en-ID" sz="2000" dirty="0" err="1"/>
              <a:t>huruf</a:t>
            </a:r>
            <a:r>
              <a:rPr lang="en-ID" sz="2000" dirty="0"/>
              <a:t> 'Sin' </a:t>
            </a:r>
            <a:r>
              <a:rPr lang="en-ID" sz="2000" dirty="0" err="1"/>
              <a:t>kini</a:t>
            </a:r>
            <a:r>
              <a:rPr lang="en-ID" sz="2000" dirty="0"/>
              <a:t> </a:t>
            </a:r>
            <a:r>
              <a:rPr lang="en-ID" sz="2000" dirty="0" err="1"/>
              <a:t>berhasil</a:t>
            </a:r>
            <a:r>
              <a:rPr lang="en-ID" sz="2000" dirty="0"/>
              <a:t> </a:t>
            </a:r>
            <a:r>
              <a:rPr lang="en-ID" sz="2000" dirty="0" err="1"/>
              <a:t>dipertahankan</a:t>
            </a:r>
            <a:r>
              <a:rPr lang="en-ID" sz="2000" dirty="0"/>
              <a:t> </a:t>
            </a:r>
            <a:r>
              <a:rPr lang="en-ID" sz="2000" dirty="0" err="1"/>
              <a:t>keutuhannya</a:t>
            </a:r>
            <a:r>
              <a:rPr lang="en-ID" sz="2000" dirty="0"/>
              <a:t>. </a:t>
            </a:r>
            <a:r>
              <a:rPr lang="en-ID" sz="2000" dirty="0" err="1"/>
              <a:t>Sistem</a:t>
            </a:r>
            <a:r>
              <a:rPr lang="en-ID" sz="2000" dirty="0"/>
              <a:t> </a:t>
            </a:r>
            <a:r>
              <a:rPr lang="en-ID" sz="2000" dirty="0" err="1"/>
              <a:t>tidak</a:t>
            </a:r>
            <a:r>
              <a:rPr lang="en-ID" sz="2000" dirty="0"/>
              <a:t> </a:t>
            </a:r>
            <a:r>
              <a:rPr lang="en-ID" sz="2000" dirty="0" err="1"/>
              <a:t>lagi</a:t>
            </a:r>
            <a:r>
              <a:rPr lang="en-ID" sz="2000" dirty="0"/>
              <a:t> </a:t>
            </a:r>
            <a:r>
              <a:rPr lang="en-ID" sz="2000" dirty="0" err="1"/>
              <a:t>memecah</a:t>
            </a:r>
            <a:r>
              <a:rPr lang="en-ID" sz="2000" dirty="0"/>
              <a:t> </a:t>
            </a:r>
            <a:r>
              <a:rPr lang="en-ID" sz="2000" dirty="0" err="1"/>
              <a:t>gigi-gigi</a:t>
            </a:r>
            <a:r>
              <a:rPr lang="en-ID" sz="2000" dirty="0"/>
              <a:t> </a:t>
            </a:r>
            <a:r>
              <a:rPr lang="en-ID" sz="2000" dirty="0" err="1"/>
              <a:t>huruf</a:t>
            </a:r>
            <a:r>
              <a:rPr lang="en-ID" sz="2000" dirty="0"/>
              <a:t>, </a:t>
            </a:r>
            <a:r>
              <a:rPr lang="en-ID" sz="2000" dirty="0" err="1"/>
              <a:t>melainkan</a:t>
            </a:r>
            <a:r>
              <a:rPr lang="en-ID" sz="2000" dirty="0"/>
              <a:t> </a:t>
            </a:r>
            <a:r>
              <a:rPr lang="en-ID" sz="2000" dirty="0" err="1"/>
              <a:t>menganggap</a:t>
            </a:r>
            <a:r>
              <a:rPr lang="en-ID" sz="2000" dirty="0"/>
              <a:t> </a:t>
            </a:r>
            <a:r>
              <a:rPr lang="en-ID" sz="2000" dirty="0" err="1"/>
              <a:t>keseluruhan</a:t>
            </a:r>
            <a:r>
              <a:rPr lang="en-ID" sz="2000" dirty="0"/>
              <a:t> </a:t>
            </a:r>
            <a:r>
              <a:rPr lang="en-ID" sz="2000" dirty="0" err="1"/>
              <a:t>struktur</a:t>
            </a:r>
            <a:r>
              <a:rPr lang="en-ID" sz="2000" dirty="0"/>
              <a:t> </a:t>
            </a:r>
            <a:r>
              <a:rPr lang="en-ID" sz="2000" dirty="0" err="1"/>
              <a:t>tersebut</a:t>
            </a:r>
            <a:r>
              <a:rPr lang="en-ID" sz="2000" dirty="0"/>
              <a:t> </a:t>
            </a:r>
            <a:r>
              <a:rPr lang="en-ID" sz="2000" dirty="0" err="1"/>
              <a:t>sebagai</a:t>
            </a:r>
            <a:r>
              <a:rPr lang="en-ID" sz="2000" dirty="0"/>
              <a:t> </a:t>
            </a:r>
            <a:r>
              <a:rPr lang="en-ID" sz="2000" b="1" dirty="0" err="1"/>
              <a:t>satu</a:t>
            </a:r>
            <a:r>
              <a:rPr lang="en-ID" sz="2000" b="1" dirty="0"/>
              <a:t> </a:t>
            </a:r>
            <a:r>
              <a:rPr lang="en-ID" sz="2000" b="1" dirty="0" err="1"/>
              <a:t>entitas</a:t>
            </a:r>
            <a:r>
              <a:rPr lang="en-ID" sz="2000" b="1" dirty="0"/>
              <a:t> </a:t>
            </a:r>
            <a:r>
              <a:rPr lang="en-ID" sz="2000" b="1" dirty="0" err="1"/>
              <a:t>huruf</a:t>
            </a:r>
            <a:r>
              <a:rPr lang="en-ID" sz="2000" b="1" dirty="0"/>
              <a:t> </a:t>
            </a:r>
            <a:r>
              <a:rPr lang="en-ID" sz="2000" b="1" dirty="0" err="1"/>
              <a:t>tunggal</a:t>
            </a:r>
            <a:r>
              <a:rPr lang="en-ID" sz="2000" dirty="0"/>
              <a:t> yang valid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4468D1-507B-3B5B-8E03-B4C246D66E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7374" y="1580934"/>
            <a:ext cx="4977252" cy="2462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94252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E839E6C-6491-8264-50C8-C359ADB639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7405" y="1089710"/>
            <a:ext cx="3277206" cy="320054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6CAD632-6CE2-85DD-CE71-2B727321D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5976" y="1468150"/>
            <a:ext cx="4286529" cy="210197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F23AE73-A6A4-1974-D877-B63F99630C8B}"/>
              </a:ext>
            </a:extLst>
          </p:cNvPr>
          <p:cNvSpPr txBox="1"/>
          <p:nvPr/>
        </p:nvSpPr>
        <p:spPr>
          <a:xfrm>
            <a:off x="5644594" y="442913"/>
            <a:ext cx="9028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Hasil</a:t>
            </a:r>
            <a:endParaRPr lang="en-ID" sz="2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605EE6-F3E7-B24E-85A5-E4242FA9D3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1856" y="4676019"/>
            <a:ext cx="2943457" cy="145623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0B373D5-2DFD-385D-D42D-ED03A71549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698" y="4676019"/>
            <a:ext cx="2943457" cy="14562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0962931-E593-90F6-8258-67B2A25794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30777" y="4676019"/>
            <a:ext cx="2943457" cy="1456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5194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3A9136-C659-DD7E-84B7-18AEFF6643E8}"/>
              </a:ext>
            </a:extLst>
          </p:cNvPr>
          <p:cNvSpPr txBox="1"/>
          <p:nvPr/>
        </p:nvSpPr>
        <p:spPr>
          <a:xfrm>
            <a:off x="5691882" y="2614613"/>
            <a:ext cx="80823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600" b="1" dirty="0"/>
              <a:t>2</a:t>
            </a:r>
          </a:p>
          <a:p>
            <a:endParaRPr lang="en-ID" sz="9600" b="1" dirty="0"/>
          </a:p>
        </p:txBody>
      </p:sp>
    </p:spTree>
    <p:extLst>
      <p:ext uri="{BB962C8B-B14F-4D97-AF65-F5344CB8AC3E}">
        <p14:creationId xmlns:p14="http://schemas.microsoft.com/office/powerpoint/2010/main" val="7866420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429D3B-EBB4-65D2-CF8A-6458ECBEB5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3223" y="1258904"/>
            <a:ext cx="3129116" cy="30559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20D8065-C232-E0D2-9C29-4A78615A2C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9161" y="4473490"/>
            <a:ext cx="4872247" cy="1966395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C7C544F8-E8DA-9EB9-6AD9-65A7C97590BF}"/>
              </a:ext>
            </a:extLst>
          </p:cNvPr>
          <p:cNvSpPr/>
          <p:nvPr/>
        </p:nvSpPr>
        <p:spPr>
          <a:xfrm>
            <a:off x="5674518" y="3157537"/>
            <a:ext cx="842963" cy="54292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2B131CE-EF9F-8BB3-D2F0-174C6CC111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8" y="4907057"/>
            <a:ext cx="5271342" cy="127298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CACE530-1E12-003C-84A3-600E890F9FD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1780" y="1262973"/>
            <a:ext cx="3112646" cy="305185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A5D0053-7574-4BDC-E018-F15484965C2A}"/>
              </a:ext>
            </a:extLst>
          </p:cNvPr>
          <p:cNvSpPr txBox="1"/>
          <p:nvPr/>
        </p:nvSpPr>
        <p:spPr>
          <a:xfrm>
            <a:off x="2068010" y="409131"/>
            <a:ext cx="21002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u="sng" dirty="0" err="1"/>
              <a:t>Sebelum</a:t>
            </a:r>
            <a:endParaRPr lang="en-ID" sz="2800" b="1" u="sn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067826-EB0A-1685-A31D-626A9A6C39B9}"/>
              </a:ext>
            </a:extLst>
          </p:cNvPr>
          <p:cNvSpPr txBox="1"/>
          <p:nvPr/>
        </p:nvSpPr>
        <p:spPr>
          <a:xfrm>
            <a:off x="8882077" y="290069"/>
            <a:ext cx="21002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u="sng" dirty="0" err="1"/>
              <a:t>Sesudah</a:t>
            </a:r>
            <a:endParaRPr lang="en-ID" sz="2800" b="1" u="sng" dirty="0"/>
          </a:p>
        </p:txBody>
      </p:sp>
    </p:spTree>
    <p:extLst>
      <p:ext uri="{BB962C8B-B14F-4D97-AF65-F5344CB8AC3E}">
        <p14:creationId xmlns:p14="http://schemas.microsoft.com/office/powerpoint/2010/main" val="9225210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E6FC4F9-528C-7FCF-766D-3A99FEC75C09}"/>
              </a:ext>
            </a:extLst>
          </p:cNvPr>
          <p:cNvSpPr txBox="1"/>
          <p:nvPr/>
        </p:nvSpPr>
        <p:spPr>
          <a:xfrm>
            <a:off x="966192" y="1472470"/>
            <a:ext cx="10259615" cy="3913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ID" sz="2400" b="1" dirty="0" err="1"/>
              <a:t>untuk</a:t>
            </a:r>
            <a:r>
              <a:rPr lang="en-ID" sz="2400" b="1" dirty="0"/>
              <a:t> Fajrul (</a:t>
            </a:r>
            <a:r>
              <a:rPr lang="en-ID" sz="2400" b="1" dirty="0" err="1"/>
              <a:t>fokus</a:t>
            </a:r>
            <a:r>
              <a:rPr lang="en-ID" sz="2400" b="1" dirty="0"/>
              <a:t> </a:t>
            </a:r>
            <a:r>
              <a:rPr lang="en-ID" sz="2400" b="1" dirty="0" err="1"/>
              <a:t>algoritma</a:t>
            </a:r>
            <a:r>
              <a:rPr lang="en-ID" sz="2400" b="1" dirty="0"/>
              <a:t> </a:t>
            </a:r>
            <a:r>
              <a:rPr lang="en-ID" sz="2400" b="1" dirty="0" err="1"/>
              <a:t>pemotongan</a:t>
            </a:r>
            <a:r>
              <a:rPr lang="en-ID" sz="2400" b="1" dirty="0"/>
              <a:t> </a:t>
            </a:r>
            <a:r>
              <a:rPr lang="en-ID" sz="2400" b="1" dirty="0" err="1"/>
              <a:t>huruf</a:t>
            </a:r>
            <a:r>
              <a:rPr lang="en-ID" sz="2400" b="1" dirty="0"/>
              <a:t>):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ID" sz="2400" dirty="0" err="1"/>
              <a:t>hitung</a:t>
            </a:r>
            <a:r>
              <a:rPr lang="en-ID" sz="2400" dirty="0"/>
              <a:t> </a:t>
            </a:r>
            <a:r>
              <a:rPr lang="en-ID" sz="2400" dirty="0" err="1"/>
              <a:t>jarak</a:t>
            </a:r>
            <a:r>
              <a:rPr lang="en-ID" sz="2400" dirty="0"/>
              <a:t>   masing-masing </a:t>
            </a:r>
            <a:r>
              <a:rPr lang="en-ID" sz="2400" dirty="0" err="1"/>
              <a:t>titik</a:t>
            </a:r>
            <a:r>
              <a:rPr lang="en-ID" sz="2400" dirty="0"/>
              <a:t> </a:t>
            </a:r>
            <a:r>
              <a:rPr lang="en-ID" sz="2400" dirty="0" err="1"/>
              <a:t>ke</a:t>
            </a:r>
            <a:r>
              <a:rPr lang="en-ID" sz="2400" dirty="0"/>
              <a:t> </a:t>
            </a:r>
            <a:r>
              <a:rPr lang="en-ID" sz="2400" dirty="0" err="1"/>
              <a:t>titik</a:t>
            </a:r>
            <a:r>
              <a:rPr lang="en-ID" sz="2400" dirty="0"/>
              <a:t> </a:t>
            </a:r>
            <a:r>
              <a:rPr lang="en-ID" sz="2400" dirty="0" err="1"/>
              <a:t>simpangan</a:t>
            </a:r>
            <a:r>
              <a:rPr lang="en-ID" sz="2400" dirty="0"/>
              <a:t> </a:t>
            </a:r>
            <a:r>
              <a:rPr lang="en-ID" sz="2400" dirty="0" err="1"/>
              <a:t>terdekat</a:t>
            </a:r>
            <a:endParaRPr lang="en-ID" sz="2400" dirty="0"/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ID" sz="2400" dirty="0" err="1"/>
              <a:t>asosiasikan</a:t>
            </a:r>
            <a:r>
              <a:rPr lang="en-ID" sz="2400" dirty="0"/>
              <a:t> </a:t>
            </a:r>
            <a:r>
              <a:rPr lang="en-ID" sz="2400" dirty="0" err="1"/>
              <a:t>diakritik</a:t>
            </a:r>
            <a:r>
              <a:rPr lang="en-ID" sz="2400" dirty="0"/>
              <a:t> </a:t>
            </a:r>
            <a:r>
              <a:rPr lang="en-ID" sz="2400" dirty="0" err="1"/>
              <a:t>ke</a:t>
            </a:r>
            <a:r>
              <a:rPr lang="en-ID" sz="2400" dirty="0"/>
              <a:t> </a:t>
            </a:r>
            <a:r>
              <a:rPr lang="en-ID" sz="2400" dirty="0" err="1"/>
              <a:t>simpangan</a:t>
            </a:r>
            <a:r>
              <a:rPr lang="en-ID" sz="2400" dirty="0"/>
              <a:t> </a:t>
            </a:r>
            <a:r>
              <a:rPr lang="en-ID" sz="2400" dirty="0" err="1"/>
              <a:t>atau</a:t>
            </a:r>
            <a:r>
              <a:rPr lang="en-ID" sz="2400" dirty="0"/>
              <a:t> </a:t>
            </a:r>
            <a:r>
              <a:rPr lang="en-ID" sz="2400" dirty="0" err="1"/>
              <a:t>lintasan</a:t>
            </a:r>
            <a:r>
              <a:rPr lang="en-ID" sz="2400" dirty="0"/>
              <a:t> yang </a:t>
            </a:r>
            <a:r>
              <a:rPr lang="en-ID" sz="2400" dirty="0" err="1"/>
              <a:t>panjang</a:t>
            </a:r>
            <a:r>
              <a:rPr lang="en-ID" sz="2400" dirty="0"/>
              <a:t> 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ID" sz="2400" dirty="0" err="1"/>
              <a:t>huruf</a:t>
            </a:r>
            <a:r>
              <a:rPr lang="en-ID" sz="2400" dirty="0"/>
              <a:t> </a:t>
            </a:r>
            <a:r>
              <a:rPr lang="en-ID" sz="2400" dirty="0" err="1"/>
              <a:t>dipotong</a:t>
            </a:r>
            <a:r>
              <a:rPr lang="en-ID" sz="2400" dirty="0"/>
              <a:t> </a:t>
            </a:r>
            <a:r>
              <a:rPr lang="en-ID" sz="2400" dirty="0" err="1"/>
              <a:t>berdasarkan</a:t>
            </a:r>
            <a:r>
              <a:rPr lang="en-ID" sz="2400" dirty="0"/>
              <a:t> </a:t>
            </a:r>
            <a:r>
              <a:rPr lang="en-ID" sz="2400" dirty="0" err="1"/>
              <a:t>kombinasi</a:t>
            </a:r>
            <a:r>
              <a:rPr lang="en-ID" sz="2400" dirty="0"/>
              <a:t> </a:t>
            </a:r>
            <a:r>
              <a:rPr lang="en-ID" sz="2400" dirty="0" err="1"/>
              <a:t>berapa</a:t>
            </a:r>
            <a:r>
              <a:rPr lang="en-ID" sz="2400" dirty="0"/>
              <a:t> </a:t>
            </a:r>
            <a:r>
              <a:rPr lang="en-ID" sz="2400" dirty="0" err="1"/>
              <a:t>lintasan</a:t>
            </a:r>
            <a:r>
              <a:rPr lang="en-ID" sz="2400" dirty="0"/>
              <a:t> </a:t>
            </a:r>
            <a:r>
              <a:rPr lang="en-ID" sz="2400" dirty="0" err="1"/>
              <a:t>pendek</a:t>
            </a:r>
            <a:r>
              <a:rPr lang="en-ID" sz="2400" dirty="0"/>
              <a:t> dan </a:t>
            </a:r>
            <a:r>
              <a:rPr lang="en-ID" sz="2400" dirty="0" err="1"/>
              <a:t>berapa</a:t>
            </a:r>
            <a:r>
              <a:rPr lang="en-ID" sz="2400" dirty="0"/>
              <a:t> </a:t>
            </a:r>
            <a:r>
              <a:rPr lang="en-ID" sz="2400" dirty="0" err="1"/>
              <a:t>lintasan</a:t>
            </a:r>
            <a:r>
              <a:rPr lang="en-ID" sz="2400" dirty="0"/>
              <a:t> Panjang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ID" sz="2400" dirty="0" err="1"/>
              <a:t>tambah</a:t>
            </a:r>
            <a:r>
              <a:rPr lang="en-ID" sz="2400" dirty="0"/>
              <a:t> </a:t>
            </a:r>
            <a:r>
              <a:rPr lang="en-ID" sz="2400" dirty="0" err="1"/>
              <a:t>kasus</a:t>
            </a:r>
            <a:r>
              <a:rPr lang="en-ID" sz="2400" dirty="0"/>
              <a:t> </a:t>
            </a:r>
            <a:r>
              <a:rPr lang="en-ID" sz="2400" dirty="0" err="1"/>
              <a:t>untuk</a:t>
            </a:r>
            <a:r>
              <a:rPr lang="en-ID" sz="2400" dirty="0"/>
              <a:t> kata lain (</a:t>
            </a:r>
            <a:r>
              <a:rPr lang="en-ID" sz="2400" dirty="0" err="1"/>
              <a:t>utamanya</a:t>
            </a:r>
            <a:r>
              <a:rPr lang="en-ID" sz="2400" dirty="0"/>
              <a:t> yang </a:t>
            </a:r>
            <a:r>
              <a:rPr lang="en-ID" sz="2400" dirty="0" err="1"/>
              <a:t>ada</a:t>
            </a:r>
            <a:r>
              <a:rPr lang="en-ID" sz="2400" dirty="0"/>
              <a:t> </a:t>
            </a:r>
            <a:r>
              <a:rPr lang="en-ID" sz="2400" dirty="0" err="1"/>
              <a:t>variasi</a:t>
            </a:r>
            <a:r>
              <a:rPr lang="en-ID" sz="2400" dirty="0"/>
              <a:t> </a:t>
            </a:r>
            <a:r>
              <a:rPr lang="en-ID" sz="2400" dirty="0" err="1"/>
              <a:t>huruf</a:t>
            </a:r>
            <a:r>
              <a:rPr lang="en-ID" sz="2400" dirty="0"/>
              <a:t> yang </a:t>
            </a:r>
            <a:r>
              <a:rPr lang="en-ID" sz="2400" dirty="0" err="1"/>
              <a:t>goresannya</a:t>
            </a:r>
            <a:r>
              <a:rPr lang="en-ID" sz="2400" dirty="0"/>
              <a:t> </a:t>
            </a:r>
            <a:r>
              <a:rPr lang="en-ID" sz="2400" dirty="0" err="1"/>
              <a:t>panjang</a:t>
            </a:r>
            <a:r>
              <a:rPr lang="en-ID" sz="2400" dirty="0"/>
              <a:t> dan </a:t>
            </a:r>
            <a:r>
              <a:rPr lang="en-ID" sz="2400" dirty="0" err="1"/>
              <a:t>pendek</a:t>
            </a:r>
            <a:r>
              <a:rPr lang="en-ID" sz="24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599412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61C4C5-2114-5AA3-A7CF-659B78B4275B}"/>
              </a:ext>
            </a:extLst>
          </p:cNvPr>
          <p:cNvSpPr txBox="1"/>
          <p:nvPr/>
        </p:nvSpPr>
        <p:spPr>
          <a:xfrm>
            <a:off x="5822156" y="3105834"/>
            <a:ext cx="18716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3</a:t>
            </a:r>
            <a:endParaRPr lang="en-ID" sz="3600" b="1" dirty="0"/>
          </a:p>
        </p:txBody>
      </p:sp>
    </p:spTree>
    <p:extLst>
      <p:ext uri="{BB962C8B-B14F-4D97-AF65-F5344CB8AC3E}">
        <p14:creationId xmlns:p14="http://schemas.microsoft.com/office/powerpoint/2010/main" val="2141765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3B2DB58-E1FC-A66F-EE78-2A4B0C27883D}"/>
              </a:ext>
            </a:extLst>
          </p:cNvPr>
          <p:cNvSpPr txBox="1"/>
          <p:nvPr/>
        </p:nvSpPr>
        <p:spPr>
          <a:xfrm>
            <a:off x="1209661" y="3555172"/>
            <a:ext cx="1016079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ID" b="1" dirty="0" err="1"/>
              <a:t>Analisis</a:t>
            </a:r>
            <a:r>
              <a:rPr lang="en-ID" b="1" dirty="0"/>
              <a:t> </a:t>
            </a:r>
            <a:r>
              <a:rPr lang="en-ID" b="1" dirty="0" err="1"/>
              <a:t>Masalah</a:t>
            </a:r>
            <a:r>
              <a:rPr lang="en-ID" b="1" dirty="0"/>
              <a:t>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ID" dirty="0" err="1"/>
              <a:t>Sistem</a:t>
            </a:r>
            <a:r>
              <a:rPr lang="en-ID" dirty="0"/>
              <a:t> </a:t>
            </a:r>
            <a:r>
              <a:rPr lang="en-ID" dirty="0" err="1"/>
              <a:t>awal</a:t>
            </a:r>
            <a:r>
              <a:rPr lang="en-ID" dirty="0"/>
              <a:t> </a:t>
            </a:r>
            <a:r>
              <a:rPr lang="en-ID" dirty="0" err="1"/>
              <a:t>memiliki</a:t>
            </a:r>
            <a:r>
              <a:rPr lang="en-ID" dirty="0"/>
              <a:t> </a:t>
            </a:r>
            <a:r>
              <a:rPr lang="en-ID" dirty="0" err="1"/>
              <a:t>fitur</a:t>
            </a:r>
            <a:r>
              <a:rPr lang="en-ID" dirty="0"/>
              <a:t> </a:t>
            </a:r>
            <a:r>
              <a:rPr lang="en-ID" b="1" dirty="0"/>
              <a:t>"Safety Loop"</a:t>
            </a:r>
            <a:r>
              <a:rPr lang="en-ID" dirty="0"/>
              <a:t> yang </a:t>
            </a:r>
            <a:r>
              <a:rPr lang="en-ID" dirty="0" err="1"/>
              <a:t>terlalu</a:t>
            </a:r>
            <a:r>
              <a:rPr lang="en-ID" dirty="0"/>
              <a:t> </a:t>
            </a:r>
            <a:r>
              <a:rPr lang="en-ID" dirty="0" err="1"/>
              <a:t>protektif</a:t>
            </a:r>
            <a:r>
              <a:rPr lang="en-ID" dirty="0"/>
              <a:t>.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ID" dirty="0" err="1"/>
              <a:t>Huruf</a:t>
            </a:r>
            <a:r>
              <a:rPr lang="en-ID" dirty="0"/>
              <a:t> </a:t>
            </a:r>
            <a:r>
              <a:rPr lang="en-ID" b="1" dirty="0"/>
              <a:t>Lam /</a:t>
            </a:r>
            <a:r>
              <a:rPr lang="en-ID" dirty="0"/>
              <a:t> </a:t>
            </a:r>
            <a:r>
              <a:rPr lang="en-ID" b="1" dirty="0"/>
              <a:t>Alif </a:t>
            </a:r>
            <a:r>
              <a:rPr lang="en-US" dirty="0"/>
              <a:t>se</a:t>
            </a:r>
            <a:r>
              <a:rPr lang="en-ID" dirty="0" err="1"/>
              <a:t>ringkali</a:t>
            </a:r>
            <a:r>
              <a:rPr lang="en-ID" dirty="0"/>
              <a:t> </a:t>
            </a:r>
            <a:r>
              <a:rPr lang="en-ID" dirty="0" err="1"/>
              <a:t>bersambung</a:t>
            </a:r>
            <a:r>
              <a:rPr lang="en-ID" dirty="0"/>
              <a:t> sangat </a:t>
            </a:r>
            <a:r>
              <a:rPr lang="en-ID" dirty="0" err="1"/>
              <a:t>dekat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kepala</a:t>
            </a:r>
            <a:r>
              <a:rPr lang="en-ID" dirty="0"/>
              <a:t> </a:t>
            </a:r>
            <a:r>
              <a:rPr lang="en-ID" dirty="0" err="1"/>
              <a:t>huruf</a:t>
            </a:r>
            <a:r>
              <a:rPr lang="en-ID" dirty="0"/>
              <a:t> (Loop) </a:t>
            </a:r>
            <a:r>
              <a:rPr lang="en-ID" dirty="0" err="1"/>
              <a:t>sebelumnya</a:t>
            </a:r>
            <a:r>
              <a:rPr lang="en-ID" dirty="0"/>
              <a:t>. (</a:t>
            </a:r>
            <a:r>
              <a:rPr lang="en-ID" dirty="0" err="1"/>
              <a:t>huruf</a:t>
            </a:r>
            <a:r>
              <a:rPr lang="en-ID" dirty="0"/>
              <a:t> nun </a:t>
            </a:r>
            <a:r>
              <a:rPr lang="en-ID" dirty="0" err="1"/>
              <a:t>terseteksi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loop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menyerupai</a:t>
            </a:r>
            <a:r>
              <a:rPr lang="en-ID" dirty="0"/>
              <a:t> </a:t>
            </a:r>
            <a:r>
              <a:rPr lang="en-ID" dirty="0" err="1"/>
              <a:t>lingkaran</a:t>
            </a:r>
            <a:endParaRPr lang="en-ID" dirty="0"/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ID" dirty="0" err="1"/>
              <a:t>Algoritma</a:t>
            </a:r>
            <a:r>
              <a:rPr lang="en-ID" dirty="0"/>
              <a:t> </a:t>
            </a:r>
            <a:r>
              <a:rPr lang="en-ID" dirty="0" err="1"/>
              <a:t>mengira</a:t>
            </a:r>
            <a:r>
              <a:rPr lang="en-ID" dirty="0"/>
              <a:t> </a:t>
            </a:r>
            <a:r>
              <a:rPr lang="en-ID" dirty="0" err="1"/>
              <a:t>Tiang</a:t>
            </a:r>
            <a:r>
              <a:rPr lang="en-ID" dirty="0"/>
              <a:t> Lam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bagian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Loop, </a:t>
            </a:r>
            <a:r>
              <a:rPr lang="en-ID" dirty="0" err="1"/>
              <a:t>sehingga</a:t>
            </a:r>
            <a:r>
              <a:rPr lang="en-ID" dirty="0"/>
              <a:t> </a:t>
            </a:r>
            <a:r>
              <a:rPr lang="en-ID" dirty="0" err="1"/>
              <a:t>pemotongan</a:t>
            </a:r>
            <a:r>
              <a:rPr lang="en-ID" dirty="0"/>
              <a:t> </a:t>
            </a:r>
            <a:r>
              <a:rPr lang="en-ID" dirty="0" err="1"/>
              <a:t>dibatalkan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mencegah</a:t>
            </a:r>
            <a:r>
              <a:rPr lang="en-ID" dirty="0"/>
              <a:t> </a:t>
            </a:r>
            <a:r>
              <a:rPr lang="en-ID" dirty="0" err="1"/>
              <a:t>kerusakan</a:t>
            </a:r>
            <a:r>
              <a:rPr lang="en-ID" dirty="0"/>
              <a:t> </a:t>
            </a:r>
            <a:r>
              <a:rPr lang="en-ID" dirty="0" err="1"/>
              <a:t>huruf</a:t>
            </a:r>
            <a:r>
              <a:rPr lang="en-ID" dirty="0"/>
              <a:t>.</a:t>
            </a:r>
          </a:p>
          <a:p>
            <a:pPr marL="342900" indent="-342900">
              <a:buAutoNum type="arabicPeriod"/>
            </a:pPr>
            <a:endParaRPr lang="en-ID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2CB0A1F-FE65-C9F2-57DA-56E6A4B4B0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2498" y="373079"/>
            <a:ext cx="3129116" cy="305592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937D107-DFA4-1B69-B45B-8A83776179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9011" y="917841"/>
            <a:ext cx="4872247" cy="1966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33427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6B4793-CAA1-3B1B-B2D4-47EC213D18B4}"/>
              </a:ext>
            </a:extLst>
          </p:cNvPr>
          <p:cNvSpPr txBox="1"/>
          <p:nvPr/>
        </p:nvSpPr>
        <p:spPr>
          <a:xfrm>
            <a:off x="782102" y="1741159"/>
            <a:ext cx="10627796" cy="29578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ID" b="1" dirty="0"/>
              <a:t>Solusi Teknis:</a:t>
            </a:r>
          </a:p>
          <a:p>
            <a:pPr algn="just">
              <a:lnSpc>
                <a:spcPct val="150000"/>
              </a:lnSpc>
            </a:pPr>
            <a:r>
              <a:rPr lang="en-ID" dirty="0" err="1"/>
              <a:t>Sebelumnya</a:t>
            </a:r>
            <a:r>
              <a:rPr lang="en-ID" dirty="0"/>
              <a:t>, </a:t>
            </a:r>
            <a:r>
              <a:rPr lang="en-ID" dirty="0" err="1"/>
              <a:t>kode</a:t>
            </a:r>
            <a:r>
              <a:rPr lang="en-ID" dirty="0"/>
              <a:t> </a:t>
            </a:r>
            <a:r>
              <a:rPr lang="en-ID" dirty="0" err="1"/>
              <a:t>hanya</a:t>
            </a:r>
            <a:r>
              <a:rPr lang="en-ID" dirty="0"/>
              <a:t> </a:t>
            </a:r>
            <a:r>
              <a:rPr lang="en-ID" dirty="0" err="1"/>
              <a:t>mengecek</a:t>
            </a:r>
            <a:r>
              <a:rPr lang="en-ID" dirty="0"/>
              <a:t> "</a:t>
            </a:r>
            <a:r>
              <a:rPr lang="en-ID" dirty="0" err="1"/>
              <a:t>Tiang</a:t>
            </a:r>
            <a:r>
              <a:rPr lang="en-ID" dirty="0"/>
              <a:t>" </a:t>
            </a:r>
            <a:r>
              <a:rPr lang="en-ID" dirty="0" err="1"/>
              <a:t>jika</a:t>
            </a:r>
            <a:r>
              <a:rPr lang="en-ID" dirty="0"/>
              <a:t> </a:t>
            </a:r>
            <a:r>
              <a:rPr lang="en-ID" dirty="0" err="1"/>
              <a:t>persimpangan</a:t>
            </a:r>
            <a:r>
              <a:rPr lang="en-ID" dirty="0"/>
              <a:t> </a:t>
            </a:r>
            <a:r>
              <a:rPr lang="en-ID" dirty="0" err="1"/>
              <a:t>terlalu</a:t>
            </a:r>
            <a:r>
              <a:rPr lang="en-ID" dirty="0"/>
              <a:t> </a:t>
            </a:r>
            <a:r>
              <a:rPr lang="en-ID" dirty="0" err="1"/>
              <a:t>dekat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loop. </a:t>
            </a:r>
            <a:r>
              <a:rPr lang="en-ID" dirty="0" err="1"/>
              <a:t>Sekarang</a:t>
            </a:r>
            <a:r>
              <a:rPr lang="en-ID" dirty="0"/>
              <a:t>, </a:t>
            </a:r>
            <a:r>
              <a:rPr lang="en-ID" dirty="0" err="1"/>
              <a:t>kita</a:t>
            </a:r>
            <a:r>
              <a:rPr lang="en-ID" dirty="0"/>
              <a:t> </a:t>
            </a:r>
            <a:r>
              <a:rPr lang="en-ID" dirty="0" err="1"/>
              <a:t>akan</a:t>
            </a:r>
            <a:r>
              <a:rPr lang="en-ID" dirty="0"/>
              <a:t> </a:t>
            </a:r>
            <a:r>
              <a:rPr lang="en-ID" dirty="0" err="1"/>
              <a:t>ubah</a:t>
            </a:r>
            <a:r>
              <a:rPr lang="en-ID" dirty="0"/>
              <a:t> </a:t>
            </a:r>
            <a:r>
              <a:rPr lang="en-ID" dirty="0" err="1"/>
              <a:t>urutannya</a:t>
            </a:r>
            <a:r>
              <a:rPr lang="en-ID" dirty="0"/>
              <a:t>:</a:t>
            </a:r>
            <a:endParaRPr lang="en-ID" b="1" dirty="0"/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D" dirty="0" err="1"/>
              <a:t>Penambahan</a:t>
            </a:r>
            <a:r>
              <a:rPr lang="en-ID" dirty="0"/>
              <a:t> </a:t>
            </a:r>
            <a:r>
              <a:rPr lang="en-ID" dirty="0" err="1"/>
              <a:t>fungsi</a:t>
            </a:r>
            <a:r>
              <a:rPr lang="en-ID" dirty="0"/>
              <a:t> “</a:t>
            </a:r>
            <a:r>
              <a:rPr lang="en-ID" dirty="0" err="1"/>
              <a:t>cektianglam</a:t>
            </a:r>
            <a:r>
              <a:rPr lang="en-ID" dirty="0">
                <a:latin typeface="Courier New" panose="02070309020205020404" pitchFamily="49" charset="0"/>
              </a:rPr>
              <a:t>”</a:t>
            </a:r>
            <a:r>
              <a:rPr lang="en-ID" dirty="0"/>
              <a:t> (</a:t>
            </a:r>
            <a:r>
              <a:rPr lang="en-ID" dirty="0" err="1"/>
              <a:t>Deteksi</a:t>
            </a:r>
            <a:r>
              <a:rPr lang="en-ID" dirty="0"/>
              <a:t> </a:t>
            </a:r>
            <a:r>
              <a:rPr lang="en-ID" dirty="0" err="1"/>
              <a:t>Tiang</a:t>
            </a:r>
            <a:r>
              <a:rPr lang="en-ID" dirty="0"/>
              <a:t> </a:t>
            </a:r>
            <a:r>
              <a:rPr lang="en-ID" dirty="0" err="1"/>
              <a:t>Vertikal</a:t>
            </a:r>
            <a:r>
              <a:rPr lang="en-ID" dirty="0"/>
              <a:t>).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D" dirty="0"/>
              <a:t>Jika </a:t>
            </a:r>
            <a:r>
              <a:rPr lang="en-ID" dirty="0" err="1"/>
              <a:t>terdeteksi</a:t>
            </a:r>
            <a:r>
              <a:rPr lang="en-ID" dirty="0"/>
              <a:t> </a:t>
            </a:r>
            <a:r>
              <a:rPr lang="en-ID" dirty="0" err="1"/>
              <a:t>Tiang</a:t>
            </a:r>
            <a:r>
              <a:rPr lang="en-ID" dirty="0"/>
              <a:t> (Lam/Alif), PAKSA POTONG (</a:t>
            </a:r>
            <a:r>
              <a:rPr lang="en-ID" dirty="0" err="1"/>
              <a:t>abaikan</a:t>
            </a:r>
            <a:r>
              <a:rPr lang="en-ID" dirty="0"/>
              <a:t> </a:t>
            </a:r>
            <a:r>
              <a:rPr lang="en-ID" dirty="0" err="1"/>
              <a:t>apakah</a:t>
            </a:r>
            <a:r>
              <a:rPr lang="en-ID" dirty="0"/>
              <a:t> </a:t>
            </a:r>
            <a:r>
              <a:rPr lang="en-ID" dirty="0" err="1"/>
              <a:t>ada</a:t>
            </a:r>
            <a:r>
              <a:rPr lang="en-ID" dirty="0"/>
              <a:t> loop </a:t>
            </a:r>
            <a:r>
              <a:rPr lang="en-ID" dirty="0" err="1"/>
              <a:t>dekat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).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D" dirty="0"/>
              <a:t>Jika BUKAN </a:t>
            </a:r>
            <a:r>
              <a:rPr lang="en-ID" dirty="0" err="1"/>
              <a:t>Tiang</a:t>
            </a:r>
            <a:r>
              <a:rPr lang="en-ID" dirty="0"/>
              <a:t>, </a:t>
            </a:r>
            <a:r>
              <a:rPr lang="en-ID" dirty="0" err="1"/>
              <a:t>baru</a:t>
            </a:r>
            <a:r>
              <a:rPr lang="en-ID" dirty="0"/>
              <a:t> </a:t>
            </a:r>
            <a:r>
              <a:rPr lang="en-ID" dirty="0" err="1"/>
              <a:t>jalankan</a:t>
            </a:r>
            <a:r>
              <a:rPr lang="en-ID" dirty="0"/>
              <a:t> </a:t>
            </a:r>
            <a:r>
              <a:rPr lang="en-ID" dirty="0" err="1"/>
              <a:t>aturan</a:t>
            </a:r>
            <a:r>
              <a:rPr lang="en-ID" dirty="0"/>
              <a:t> </a:t>
            </a:r>
            <a:r>
              <a:rPr lang="en-ID" dirty="0" err="1"/>
              <a:t>keamanan</a:t>
            </a:r>
            <a:r>
              <a:rPr lang="en-ID" dirty="0"/>
              <a:t> Loop (</a:t>
            </a:r>
            <a:r>
              <a:rPr lang="en-ID" dirty="0" err="1"/>
              <a:t>jangan</a:t>
            </a:r>
            <a:r>
              <a:rPr lang="en-ID" dirty="0"/>
              <a:t> </a:t>
            </a:r>
            <a:r>
              <a:rPr lang="en-ID" dirty="0" err="1"/>
              <a:t>potong</a:t>
            </a:r>
            <a:r>
              <a:rPr lang="en-ID" dirty="0"/>
              <a:t> </a:t>
            </a:r>
            <a:r>
              <a:rPr lang="en-ID" dirty="0" err="1"/>
              <a:t>jika</a:t>
            </a:r>
            <a:r>
              <a:rPr lang="en-ID" dirty="0"/>
              <a:t> </a:t>
            </a:r>
            <a:r>
              <a:rPr lang="en-ID" dirty="0" err="1"/>
              <a:t>dekat</a:t>
            </a:r>
            <a:r>
              <a:rPr lang="en-ID" dirty="0"/>
              <a:t> </a:t>
            </a:r>
            <a:r>
              <a:rPr lang="en-ID" dirty="0" err="1"/>
              <a:t>kepala</a:t>
            </a:r>
            <a:r>
              <a:rPr lang="en-ID" dirty="0"/>
              <a:t> Mim/Wau).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8457259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396E1C9-97FD-31DD-FF62-FD4284D4A6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60" y="1342269"/>
            <a:ext cx="4748296" cy="46372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45D74BD-9AC3-0439-7076-4F98CED3C653}"/>
              </a:ext>
            </a:extLst>
          </p:cNvPr>
          <p:cNvSpPr txBox="1"/>
          <p:nvPr/>
        </p:nvSpPr>
        <p:spPr>
          <a:xfrm>
            <a:off x="2100261" y="851871"/>
            <a:ext cx="900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GAGAL</a:t>
            </a:r>
            <a:endParaRPr lang="en-ID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042203-AD97-D8F4-073B-9D4F9A87989D}"/>
              </a:ext>
            </a:extLst>
          </p:cNvPr>
          <p:cNvSpPr txBox="1"/>
          <p:nvPr/>
        </p:nvSpPr>
        <p:spPr>
          <a:xfrm>
            <a:off x="5418534" y="1766452"/>
            <a:ext cx="6093618" cy="3788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ID" b="1" dirty="0" err="1"/>
              <a:t>Penyebab</a:t>
            </a:r>
            <a:r>
              <a:rPr lang="en-ID" b="1" dirty="0"/>
              <a:t> </a:t>
            </a:r>
            <a:r>
              <a:rPr lang="en-ID" b="1" dirty="0" err="1"/>
              <a:t>adalah</a:t>
            </a:r>
            <a:r>
              <a:rPr lang="en-ID" b="1" dirty="0"/>
              <a:t>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ID" dirty="0"/>
              <a:t>Karena </a:t>
            </a:r>
            <a:r>
              <a:rPr lang="en-ID" dirty="0" err="1"/>
              <a:t>tiang</a:t>
            </a:r>
            <a:r>
              <a:rPr lang="en-ID" dirty="0"/>
              <a:t> </a:t>
            </a:r>
            <a:r>
              <a:rPr lang="en-ID" dirty="0" err="1"/>
              <a:t>sedikit</a:t>
            </a:r>
            <a:r>
              <a:rPr lang="en-ID" dirty="0"/>
              <a:t> miring, </a:t>
            </a:r>
            <a:r>
              <a:rPr lang="en-ID" dirty="0" err="1"/>
              <a:t>fungsi</a:t>
            </a:r>
            <a:r>
              <a:rPr lang="en-ID" dirty="0"/>
              <a:t> “</a:t>
            </a:r>
            <a:r>
              <a:rPr lang="en-ID" dirty="0" err="1"/>
              <a:t>cektinglam”mengembalikan</a:t>
            </a:r>
            <a:r>
              <a:rPr lang="en-ID" dirty="0"/>
              <a:t> “false” (</a:t>
            </a:r>
            <a:r>
              <a:rPr lang="en-ID" dirty="0" err="1"/>
              <a:t>dianggap</a:t>
            </a:r>
            <a:r>
              <a:rPr lang="en-ID" dirty="0"/>
              <a:t> </a:t>
            </a:r>
            <a:r>
              <a:rPr lang="en-ID" dirty="0" err="1"/>
              <a:t>bukan</a:t>
            </a:r>
            <a:r>
              <a:rPr lang="en-ID" dirty="0"/>
              <a:t> </a:t>
            </a:r>
            <a:r>
              <a:rPr lang="en-ID" dirty="0" err="1"/>
              <a:t>tiang</a:t>
            </a:r>
            <a:r>
              <a:rPr lang="en-ID" dirty="0"/>
              <a:t>).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ID" dirty="0"/>
              <a:t>Karena </a:t>
            </a:r>
            <a:r>
              <a:rPr lang="en-ID" dirty="0" err="1"/>
              <a:t>dianggap</a:t>
            </a:r>
            <a:r>
              <a:rPr lang="en-ID" dirty="0"/>
              <a:t> </a:t>
            </a:r>
            <a:r>
              <a:rPr lang="en-ID" dirty="0" err="1"/>
              <a:t>Bukan</a:t>
            </a:r>
            <a:r>
              <a:rPr lang="en-ID" dirty="0"/>
              <a:t> </a:t>
            </a:r>
            <a:r>
              <a:rPr lang="en-ID" dirty="0" err="1"/>
              <a:t>Tiang</a:t>
            </a:r>
            <a:r>
              <a:rPr lang="en-ID" dirty="0"/>
              <a:t> dan </a:t>
            </a:r>
            <a:r>
              <a:rPr lang="en-ID" dirty="0" err="1"/>
              <a:t>posisinya</a:t>
            </a:r>
            <a:r>
              <a:rPr lang="en-ID" dirty="0"/>
              <a:t> </a:t>
            </a:r>
            <a:r>
              <a:rPr lang="en-ID" dirty="0" err="1"/>
              <a:t>dekat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i="1" dirty="0"/>
              <a:t>Loop</a:t>
            </a:r>
            <a:r>
              <a:rPr lang="en-ID" dirty="0"/>
              <a:t> (</a:t>
            </a:r>
            <a:r>
              <a:rPr lang="en-ID" dirty="0" err="1"/>
              <a:t>lengkungan</a:t>
            </a:r>
            <a:r>
              <a:rPr lang="en-ID" dirty="0"/>
              <a:t> </a:t>
            </a:r>
            <a:r>
              <a:rPr lang="en-ID" dirty="0" err="1"/>
              <a:t>huruf</a:t>
            </a:r>
            <a:r>
              <a:rPr lang="en-ID" dirty="0"/>
              <a:t> di </a:t>
            </a:r>
            <a:r>
              <a:rPr lang="en-ID" dirty="0" err="1"/>
              <a:t>sebelah</a:t>
            </a:r>
            <a:r>
              <a:rPr lang="en-ID" dirty="0"/>
              <a:t> </a:t>
            </a:r>
            <a:r>
              <a:rPr lang="en-ID" dirty="0" err="1"/>
              <a:t>kirinya</a:t>
            </a:r>
            <a:r>
              <a:rPr lang="en-ID" dirty="0"/>
              <a:t>), </a:t>
            </a:r>
            <a:r>
              <a:rPr lang="en-ID" dirty="0" err="1"/>
              <a:t>maka</a:t>
            </a:r>
            <a:r>
              <a:rPr lang="en-ID" dirty="0"/>
              <a:t> </a:t>
            </a:r>
            <a:r>
              <a:rPr lang="en-ID" dirty="0" err="1"/>
              <a:t>aturan</a:t>
            </a:r>
            <a:r>
              <a:rPr lang="en-ID" dirty="0"/>
              <a:t> "Smart Loop Safety" </a:t>
            </a:r>
            <a:r>
              <a:rPr lang="en-ID" dirty="0" err="1"/>
              <a:t>aktif</a:t>
            </a:r>
            <a:r>
              <a:rPr lang="en-ID" dirty="0"/>
              <a:t>. Kode </a:t>
            </a:r>
            <a:r>
              <a:rPr lang="en-ID" dirty="0" err="1"/>
              <a:t>berpikir</a:t>
            </a:r>
            <a:r>
              <a:rPr lang="en-ID" dirty="0"/>
              <a:t>: </a:t>
            </a:r>
            <a:r>
              <a:rPr lang="en-ID" i="1" dirty="0"/>
              <a:t>"Ini </a:t>
            </a:r>
            <a:r>
              <a:rPr lang="en-ID" i="1" dirty="0" err="1"/>
              <a:t>bukan</a:t>
            </a:r>
            <a:r>
              <a:rPr lang="en-ID" i="1" dirty="0"/>
              <a:t> </a:t>
            </a:r>
            <a:r>
              <a:rPr lang="en-ID" i="1" dirty="0" err="1"/>
              <a:t>tiang</a:t>
            </a:r>
            <a:r>
              <a:rPr lang="en-ID" i="1" dirty="0"/>
              <a:t>, </a:t>
            </a:r>
            <a:r>
              <a:rPr lang="en-ID" i="1" dirty="0" err="1"/>
              <a:t>tapi</a:t>
            </a:r>
            <a:r>
              <a:rPr lang="en-ID" i="1" dirty="0"/>
              <a:t> </a:t>
            </a:r>
            <a:r>
              <a:rPr lang="en-ID" i="1" dirty="0" err="1"/>
              <a:t>dekat</a:t>
            </a:r>
            <a:r>
              <a:rPr lang="en-ID" i="1" dirty="0"/>
              <a:t> </a:t>
            </a:r>
            <a:r>
              <a:rPr lang="en-ID" i="1" dirty="0" err="1"/>
              <a:t>lubang</a:t>
            </a:r>
            <a:r>
              <a:rPr lang="en-ID" i="1" dirty="0"/>
              <a:t>, </a:t>
            </a:r>
            <a:r>
              <a:rPr lang="en-ID" i="1" dirty="0" err="1"/>
              <a:t>jangan</a:t>
            </a:r>
            <a:r>
              <a:rPr lang="en-ID" i="1" dirty="0"/>
              <a:t> </a:t>
            </a:r>
            <a:r>
              <a:rPr lang="en-ID" i="1" dirty="0" err="1"/>
              <a:t>potong</a:t>
            </a:r>
            <a:r>
              <a:rPr lang="en-ID" i="1" dirty="0"/>
              <a:t> </a:t>
            </a:r>
            <a:r>
              <a:rPr lang="en-ID" i="1" dirty="0" err="1"/>
              <a:t>karena</a:t>
            </a:r>
            <a:r>
              <a:rPr lang="en-ID" i="1" dirty="0"/>
              <a:t> </a:t>
            </a:r>
            <a:r>
              <a:rPr lang="en-ID" i="1" dirty="0" err="1"/>
              <a:t>takut</a:t>
            </a:r>
            <a:r>
              <a:rPr lang="en-ID" i="1" dirty="0"/>
              <a:t> </a:t>
            </a:r>
            <a:r>
              <a:rPr lang="en-ID" i="1" dirty="0" err="1"/>
              <a:t>merusak</a:t>
            </a:r>
            <a:r>
              <a:rPr lang="en-ID" i="1" dirty="0"/>
              <a:t> </a:t>
            </a:r>
            <a:r>
              <a:rPr lang="en-ID" i="1" dirty="0" err="1"/>
              <a:t>kepala</a:t>
            </a:r>
            <a:r>
              <a:rPr lang="en-ID" i="1" dirty="0"/>
              <a:t> </a:t>
            </a:r>
            <a:r>
              <a:rPr lang="en-ID" i="1" dirty="0" err="1"/>
              <a:t>huruf</a:t>
            </a:r>
            <a:r>
              <a:rPr lang="en-ID" i="1" dirty="0"/>
              <a:t> Mim/Ha"</a:t>
            </a:r>
            <a:r>
              <a:rPr lang="en-ID" dirty="0"/>
              <a:t>. </a:t>
            </a:r>
            <a:r>
              <a:rPr lang="en-ID" dirty="0" err="1"/>
              <a:t>Akibatnya</a:t>
            </a:r>
            <a:r>
              <a:rPr lang="en-ID" dirty="0"/>
              <a:t>, </a:t>
            </a:r>
            <a:r>
              <a:rPr lang="en-ID" dirty="0" err="1"/>
              <a:t>pemotongan</a:t>
            </a:r>
            <a:r>
              <a:rPr lang="en-ID" dirty="0"/>
              <a:t> </a:t>
            </a:r>
            <a:r>
              <a:rPr lang="en-ID" dirty="0" err="1"/>
              <a:t>dibatalkan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2318536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D1FD27-CEDB-C57D-D78F-5D0608DAA557}"/>
              </a:ext>
            </a:extLst>
          </p:cNvPr>
          <p:cNvSpPr txBox="1"/>
          <p:nvPr/>
        </p:nvSpPr>
        <p:spPr>
          <a:xfrm>
            <a:off x="782102" y="541009"/>
            <a:ext cx="10627796" cy="1295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ID" b="1" dirty="0"/>
              <a:t>Solusi 2 :</a:t>
            </a:r>
          </a:p>
          <a:p>
            <a:pPr algn="just">
              <a:lnSpc>
                <a:spcPct val="150000"/>
              </a:lnSpc>
            </a:pPr>
            <a:r>
              <a:rPr lang="en-ID" dirty="0" err="1"/>
              <a:t>Sebelumnya</a:t>
            </a:r>
            <a:r>
              <a:rPr lang="en-ID" dirty="0"/>
              <a:t>, </a:t>
            </a:r>
            <a:r>
              <a:rPr lang="en-ID" dirty="0" err="1"/>
              <a:t>jika</a:t>
            </a:r>
            <a:r>
              <a:rPr lang="en-ID" dirty="0"/>
              <a:t> </a:t>
            </a:r>
            <a:r>
              <a:rPr lang="en-ID" dirty="0" err="1"/>
              <a:t>tiang</a:t>
            </a:r>
            <a:r>
              <a:rPr lang="en-ID" dirty="0"/>
              <a:t> miring </a:t>
            </a:r>
            <a:r>
              <a:rPr lang="en-ID" dirty="0" err="1"/>
              <a:t>lebih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5 pixel </a:t>
            </a:r>
            <a:r>
              <a:rPr lang="en-ID" dirty="0" err="1"/>
              <a:t>ke</a:t>
            </a:r>
            <a:r>
              <a:rPr lang="en-ID" dirty="0"/>
              <a:t> kiri/</a:t>
            </a:r>
            <a:r>
              <a:rPr lang="en-ID" dirty="0" err="1"/>
              <a:t>kanan</a:t>
            </a:r>
            <a:r>
              <a:rPr lang="en-ID" dirty="0"/>
              <a:t>, </a:t>
            </a:r>
            <a:r>
              <a:rPr lang="en-ID" dirty="0" err="1"/>
              <a:t>dianggap</a:t>
            </a:r>
            <a:r>
              <a:rPr lang="en-ID" dirty="0"/>
              <a:t> </a:t>
            </a:r>
            <a:r>
              <a:rPr lang="en-ID" dirty="0" err="1"/>
              <a:t>bukan</a:t>
            </a:r>
            <a:r>
              <a:rPr lang="en-ID" dirty="0"/>
              <a:t> </a:t>
            </a:r>
            <a:r>
              <a:rPr lang="en-ID" dirty="0" err="1"/>
              <a:t>tiang</a:t>
            </a:r>
            <a:r>
              <a:rPr lang="en-ID" dirty="0"/>
              <a:t>. </a:t>
            </a:r>
            <a:r>
              <a:rPr lang="en-ID" dirty="0" err="1"/>
              <a:t>Sekarang</a:t>
            </a:r>
            <a:r>
              <a:rPr lang="en-ID" dirty="0"/>
              <a:t> </a:t>
            </a:r>
            <a:r>
              <a:rPr lang="en-ID" dirty="0" err="1"/>
              <a:t>saya</a:t>
            </a:r>
            <a:r>
              <a:rPr lang="en-ID" dirty="0"/>
              <a:t> </a:t>
            </a:r>
            <a:r>
              <a:rPr lang="en-ID" dirty="0" err="1"/>
              <a:t>tambahan</a:t>
            </a:r>
            <a:r>
              <a:rPr lang="en-ID" dirty="0"/>
              <a:t> </a:t>
            </a:r>
            <a:r>
              <a:rPr lang="en-ID" dirty="0" err="1"/>
              <a:t>menjadi</a:t>
            </a:r>
            <a:r>
              <a:rPr lang="en-ID" dirty="0"/>
              <a:t> 10 pixel. Karena Ini sangat </a:t>
            </a:r>
            <a:r>
              <a:rPr lang="en-ID" dirty="0" err="1"/>
              <a:t>membantu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tulisan </a:t>
            </a:r>
            <a:r>
              <a:rPr lang="en-ID" dirty="0" err="1"/>
              <a:t>tangan</a:t>
            </a:r>
            <a:r>
              <a:rPr lang="en-ID" dirty="0"/>
              <a:t> yang natural.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14862E-B7A7-BD37-D537-6190044FC2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102" y="2406513"/>
            <a:ext cx="4189948" cy="40919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FD2AE5A-676D-198D-011B-E1E422CBB18E}"/>
              </a:ext>
            </a:extLst>
          </p:cNvPr>
          <p:cNvSpPr txBox="1"/>
          <p:nvPr/>
        </p:nvSpPr>
        <p:spPr>
          <a:xfrm>
            <a:off x="5580598" y="2077751"/>
            <a:ext cx="598646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Mungkin</a:t>
            </a:r>
            <a:r>
              <a:rPr lang="en-US" dirty="0"/>
              <a:t> </a:t>
            </a:r>
            <a:r>
              <a:rPr lang="en-US" dirty="0" err="1"/>
              <a:t>permasalahannya</a:t>
            </a:r>
            <a:r>
              <a:rPr lang="en-US" dirty="0"/>
              <a:t> :</a:t>
            </a:r>
          </a:p>
          <a:p>
            <a:pPr marL="342900" indent="-342900">
              <a:buAutoNum type="arabicPeriod"/>
            </a:pPr>
            <a:r>
              <a:rPr lang="en-US" dirty="0" err="1"/>
              <a:t>terlihat</a:t>
            </a:r>
            <a:r>
              <a:rPr lang="en-US" dirty="0"/>
              <a:t> </a:t>
            </a:r>
            <a:r>
              <a:rPr lang="en-US" dirty="0" err="1"/>
              <a:t>jelas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</a:t>
            </a:r>
            <a:r>
              <a:rPr lang="en-US" dirty="0" err="1"/>
              <a:t>struktur</a:t>
            </a:r>
            <a:r>
              <a:rPr lang="en-US" dirty="0"/>
              <a:t> </a:t>
            </a:r>
            <a:r>
              <a:rPr lang="en-US" dirty="0" err="1"/>
              <a:t>vertikal</a:t>
            </a:r>
            <a:r>
              <a:rPr lang="en-US" dirty="0"/>
              <a:t> (</a:t>
            </a:r>
            <a:r>
              <a:rPr lang="en-US" dirty="0" err="1"/>
              <a:t>kemungkinan</a:t>
            </a:r>
            <a:r>
              <a:rPr lang="en-US" dirty="0"/>
              <a:t> Alif </a:t>
            </a:r>
            <a:r>
              <a:rPr lang="en-US" dirty="0" err="1"/>
              <a:t>atau</a:t>
            </a:r>
            <a:r>
              <a:rPr lang="en-US" dirty="0"/>
              <a:t> Lam)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titik</a:t>
            </a:r>
            <a:r>
              <a:rPr lang="en-US" dirty="0"/>
              <a:t> intersection (</a:t>
            </a:r>
            <a:r>
              <a:rPr lang="en-US" dirty="0" err="1"/>
              <a:t>hijau</a:t>
            </a:r>
            <a:r>
              <a:rPr lang="en-US" dirty="0"/>
              <a:t>) di </a:t>
            </a:r>
            <a:r>
              <a:rPr lang="en-US" dirty="0" err="1"/>
              <a:t>bawahnya</a:t>
            </a:r>
            <a:r>
              <a:rPr lang="en-US" dirty="0"/>
              <a:t>. </a:t>
            </a:r>
            <a:r>
              <a:rPr lang="en-US" dirty="0" err="1"/>
              <a:t>Namun</a:t>
            </a:r>
            <a:r>
              <a:rPr lang="en-US" dirty="0"/>
              <a:t>,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garis </a:t>
            </a:r>
            <a:r>
              <a:rPr lang="en-US" dirty="0" err="1"/>
              <a:t>merah</a:t>
            </a:r>
            <a:r>
              <a:rPr lang="en-US" dirty="0"/>
              <a:t> </a:t>
            </a:r>
            <a:r>
              <a:rPr lang="en-US" dirty="0" err="1"/>
              <a:t>putus-putus</a:t>
            </a:r>
            <a:r>
              <a:rPr lang="en-US" dirty="0"/>
              <a:t> di sana</a:t>
            </a:r>
          </a:p>
          <a:p>
            <a:pPr marL="342900" indent="-342900">
              <a:buAutoNum type="arabicPeriod"/>
            </a:pPr>
            <a:r>
              <a:rPr lang="en-ID" dirty="0"/>
              <a:t>Metode </a:t>
            </a:r>
            <a:r>
              <a:rPr lang="en-ID" dirty="0" err="1"/>
              <a:t>penelusuran</a:t>
            </a:r>
            <a:r>
              <a:rPr lang="en-ID" dirty="0"/>
              <a:t> </a:t>
            </a:r>
            <a:r>
              <a:rPr lang="en-ID" dirty="0" err="1"/>
              <a:t>piksel</a:t>
            </a:r>
            <a:r>
              <a:rPr lang="en-ID" dirty="0"/>
              <a:t> </a:t>
            </a:r>
            <a:r>
              <a:rPr lang="en-ID" dirty="0" err="1"/>
              <a:t>saya</a:t>
            </a:r>
            <a:r>
              <a:rPr lang="en-ID" dirty="0"/>
              <a:t> </a:t>
            </a:r>
            <a:r>
              <a:rPr lang="en-ID" dirty="0" err="1"/>
              <a:t>sebelumnya</a:t>
            </a:r>
            <a:r>
              <a:rPr lang="en-ID" dirty="0"/>
              <a:t> </a:t>
            </a:r>
            <a:r>
              <a:rPr lang="en-ID" dirty="0" err="1"/>
              <a:t>terlalu</a:t>
            </a:r>
            <a:r>
              <a:rPr lang="en-ID" dirty="0"/>
              <a:t> </a:t>
            </a:r>
            <a:r>
              <a:rPr lang="en-ID" dirty="0" err="1"/>
              <a:t>sensitif</a:t>
            </a:r>
            <a:r>
              <a:rPr lang="en-ID" dirty="0"/>
              <a:t> </a:t>
            </a:r>
            <a:r>
              <a:rPr lang="en-ID" dirty="0" err="1"/>
              <a:t>terhadap</a:t>
            </a:r>
            <a:r>
              <a:rPr lang="en-ID" dirty="0"/>
              <a:t> "</a:t>
            </a:r>
            <a:r>
              <a:rPr lang="en-ID" dirty="0" err="1"/>
              <a:t>gerigi</a:t>
            </a:r>
            <a:r>
              <a:rPr lang="en-ID" dirty="0"/>
              <a:t>" </a:t>
            </a:r>
            <a:r>
              <a:rPr lang="en-ID" dirty="0" err="1"/>
              <a:t>atau</a:t>
            </a:r>
            <a:r>
              <a:rPr lang="en-ID" dirty="0"/>
              <a:t> garis yang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lurus</a:t>
            </a:r>
            <a:r>
              <a:rPr lang="en-ID" dirty="0"/>
              <a:t> </a:t>
            </a:r>
            <a:r>
              <a:rPr lang="en-ID" dirty="0" err="1"/>
              <a:t>sempurna</a:t>
            </a:r>
            <a:r>
              <a:rPr lang="en-ID" dirty="0"/>
              <a:t> (</a:t>
            </a:r>
            <a:r>
              <a:rPr lang="en-ID" dirty="0" err="1"/>
              <a:t>sedikit</a:t>
            </a:r>
            <a:r>
              <a:rPr lang="en-ID" dirty="0"/>
              <a:t> </a:t>
            </a:r>
            <a:r>
              <a:rPr lang="en-ID" dirty="0" err="1"/>
              <a:t>bergelombang</a:t>
            </a:r>
            <a:r>
              <a:rPr lang="en-ID" dirty="0"/>
              <a:t>). Jika skeleton </a:t>
            </a:r>
            <a:r>
              <a:rPr lang="en-ID" dirty="0" err="1"/>
              <a:t>bergeser</a:t>
            </a:r>
            <a:r>
              <a:rPr lang="en-ID" dirty="0"/>
              <a:t> </a:t>
            </a:r>
            <a:r>
              <a:rPr lang="en-ID" dirty="0" err="1"/>
              <a:t>sedikit</a:t>
            </a:r>
            <a:r>
              <a:rPr lang="en-ID" dirty="0"/>
              <a:t> </a:t>
            </a:r>
            <a:r>
              <a:rPr lang="en-ID" dirty="0" err="1"/>
              <a:t>saja</a:t>
            </a:r>
            <a:r>
              <a:rPr lang="en-ID" dirty="0"/>
              <a:t>, </a:t>
            </a:r>
            <a:r>
              <a:rPr lang="en-ID" dirty="0" err="1"/>
              <a:t>kemungkinan</a:t>
            </a:r>
            <a:r>
              <a:rPr lang="en-ID" dirty="0"/>
              <a:t> </a:t>
            </a:r>
            <a:r>
              <a:rPr lang="en-ID" dirty="0" err="1"/>
              <a:t>berhenti</a:t>
            </a:r>
            <a:r>
              <a:rPr lang="en-ID" dirty="0"/>
              <a:t> dan </a:t>
            </a:r>
            <a:r>
              <a:rPr lang="en-ID" dirty="0" err="1"/>
              <a:t>menganggap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bukan</a:t>
            </a:r>
            <a:r>
              <a:rPr lang="en-ID" dirty="0"/>
              <a:t> </a:t>
            </a:r>
            <a:r>
              <a:rPr lang="en-ID" dirty="0" err="1"/>
              <a:t>tiang</a:t>
            </a:r>
            <a:r>
              <a:rPr lang="en-ID" dirty="0"/>
              <a:t>.</a:t>
            </a:r>
          </a:p>
          <a:p>
            <a:pPr marL="342900" indent="-342900">
              <a:buAutoNum type="arabicPeriod"/>
            </a:pPr>
            <a:r>
              <a:rPr lang="en-ID" b="1" dirty="0"/>
              <a:t>Grouping:</a:t>
            </a:r>
            <a:r>
              <a:rPr lang="en-ID" dirty="0"/>
              <a:t> </a:t>
            </a:r>
            <a:r>
              <a:rPr lang="en-ID" dirty="0" err="1"/>
              <a:t>saya</a:t>
            </a:r>
            <a:r>
              <a:rPr lang="en-ID" dirty="0"/>
              <a:t> </a:t>
            </a:r>
            <a:r>
              <a:rPr lang="en-ID" dirty="0" err="1"/>
              <a:t>menggunakan</a:t>
            </a:r>
            <a:r>
              <a:rPr lang="en-ID" dirty="0"/>
              <a:t> “</a:t>
            </a:r>
            <a:r>
              <a:rPr lang="en-ID" dirty="0" err="1"/>
              <a:t>threshold_gigi</a:t>
            </a:r>
            <a:r>
              <a:rPr lang="en-ID" dirty="0"/>
              <a:t> = 20”. Jika </a:t>
            </a:r>
            <a:r>
              <a:rPr lang="en-ID" dirty="0" err="1"/>
              <a:t>jarak</a:t>
            </a:r>
            <a:r>
              <a:rPr lang="en-ID" dirty="0"/>
              <a:t> </a:t>
            </a:r>
            <a:r>
              <a:rPr lang="en-ID" dirty="0" err="1"/>
              <a:t>antara</a:t>
            </a:r>
            <a:r>
              <a:rPr lang="en-ID" dirty="0"/>
              <a:t> </a:t>
            </a:r>
            <a:r>
              <a:rPr lang="en-ID" dirty="0" err="1"/>
              <a:t>Tiang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lengkungan</a:t>
            </a:r>
            <a:r>
              <a:rPr lang="en-ID" dirty="0"/>
              <a:t> di </a:t>
            </a:r>
            <a:r>
              <a:rPr lang="en-ID" dirty="0" err="1"/>
              <a:t>sebelahnya</a:t>
            </a:r>
            <a:r>
              <a:rPr lang="en-ID" dirty="0"/>
              <a:t> </a:t>
            </a:r>
            <a:r>
              <a:rPr lang="en-ID" dirty="0" err="1"/>
              <a:t>kurang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20px, </a:t>
            </a:r>
            <a:r>
              <a:rPr lang="en-ID" dirty="0" err="1"/>
              <a:t>mereka</a:t>
            </a:r>
            <a:r>
              <a:rPr lang="en-ID" dirty="0"/>
              <a:t> </a:t>
            </a:r>
            <a:r>
              <a:rPr lang="en-ID" dirty="0" err="1"/>
              <a:t>dianggap</a:t>
            </a:r>
            <a:r>
              <a:rPr lang="en-ID" dirty="0"/>
              <a:t> </a:t>
            </a:r>
            <a:r>
              <a:rPr lang="en-ID" dirty="0" err="1"/>
              <a:t>satu</a:t>
            </a:r>
            <a:r>
              <a:rPr lang="en-ID" dirty="0"/>
              <a:t> </a:t>
            </a:r>
            <a:r>
              <a:rPr lang="en-ID" dirty="0" err="1"/>
              <a:t>grup</a:t>
            </a:r>
            <a:r>
              <a:rPr lang="en-ID" dirty="0"/>
              <a:t>. Kode </a:t>
            </a:r>
            <a:r>
              <a:rPr lang="en-ID" dirty="0" err="1"/>
              <a:t>sebelumnya</a:t>
            </a:r>
            <a:r>
              <a:rPr lang="en-ID" dirty="0"/>
              <a:t> </a:t>
            </a:r>
            <a:r>
              <a:rPr lang="en-ID" dirty="0" err="1"/>
              <a:t>hanya</a:t>
            </a:r>
            <a:r>
              <a:rPr lang="en-ID" dirty="0"/>
              <a:t> </a:t>
            </a:r>
            <a:r>
              <a:rPr lang="en-ID" dirty="0" err="1"/>
              <a:t>mengecek</a:t>
            </a:r>
            <a:r>
              <a:rPr lang="en-ID" dirty="0"/>
              <a:t> </a:t>
            </a:r>
            <a:r>
              <a:rPr lang="en-ID" dirty="0" err="1"/>
              <a:t>posisi</a:t>
            </a:r>
            <a:r>
              <a:rPr lang="en-ID" dirty="0"/>
              <a:t> ke-1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grup</a:t>
            </a:r>
            <a:r>
              <a:rPr lang="en-ID" dirty="0"/>
              <a:t>. Jika </a:t>
            </a:r>
            <a:r>
              <a:rPr lang="en-ID" dirty="0" err="1"/>
              <a:t>Tiang</a:t>
            </a:r>
            <a:r>
              <a:rPr lang="en-ID" dirty="0"/>
              <a:t> </a:t>
            </a:r>
            <a:r>
              <a:rPr lang="en-ID" dirty="0" err="1"/>
              <a:t>ada</a:t>
            </a:r>
            <a:r>
              <a:rPr lang="en-ID" dirty="0"/>
              <a:t> di </a:t>
            </a:r>
            <a:r>
              <a:rPr lang="en-ID" dirty="0" err="1"/>
              <a:t>posisi</a:t>
            </a:r>
            <a:r>
              <a:rPr lang="en-ID" dirty="0"/>
              <a:t> ke-2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grup</a:t>
            </a:r>
            <a:r>
              <a:rPr lang="en-ID" dirty="0"/>
              <a:t> </a:t>
            </a:r>
            <a:r>
              <a:rPr lang="en-ID" dirty="0" err="1"/>
              <a:t>tersebut</a:t>
            </a:r>
            <a:r>
              <a:rPr lang="en-ID" dirty="0"/>
              <a:t>,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akan</a:t>
            </a:r>
            <a:r>
              <a:rPr lang="en-ID" dirty="0"/>
              <a:t> </a:t>
            </a:r>
            <a:r>
              <a:rPr lang="en-ID" dirty="0" err="1"/>
              <a:t>terlewat</a:t>
            </a:r>
            <a:r>
              <a:rPr lang="en-ID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879230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BDAB48-903A-53FB-576F-4DCCAAAE654A}"/>
              </a:ext>
            </a:extLst>
          </p:cNvPr>
          <p:cNvSpPr txBox="1"/>
          <p:nvPr/>
        </p:nvSpPr>
        <p:spPr>
          <a:xfrm>
            <a:off x="782102" y="2157818"/>
            <a:ext cx="10627796" cy="25423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ID" b="1" dirty="0"/>
              <a:t>Solusi 3 :</a:t>
            </a:r>
          </a:p>
          <a:p>
            <a:pPr algn="just">
              <a:lnSpc>
                <a:spcPct val="150000"/>
              </a:lnSpc>
            </a:pPr>
            <a:r>
              <a:rPr lang="en-ID" dirty="0" err="1"/>
              <a:t>Pendekatan</a:t>
            </a:r>
            <a:r>
              <a:rPr lang="en-ID" dirty="0"/>
              <a:t> Kotak </a:t>
            </a:r>
            <a:r>
              <a:rPr lang="en-ID" dirty="0" err="1"/>
              <a:t>Pembatas</a:t>
            </a:r>
            <a:r>
              <a:rPr lang="en-ID" dirty="0"/>
              <a:t> (Bounding Box),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logika</a:t>
            </a:r>
            <a:r>
              <a:rPr lang="en-ID" dirty="0"/>
              <a:t> </a:t>
            </a:r>
            <a:r>
              <a:rPr lang="en-ID" dirty="0" err="1"/>
              <a:t>Analisis</a:t>
            </a:r>
            <a:r>
              <a:rPr lang="en-ID" dirty="0"/>
              <a:t> Area. </a:t>
            </a:r>
            <a:r>
              <a:rPr lang="en-ID" dirty="0" err="1"/>
              <a:t>menelusuri</a:t>
            </a:r>
            <a:r>
              <a:rPr lang="en-ID" dirty="0"/>
              <a:t> </a:t>
            </a:r>
            <a:r>
              <a:rPr lang="en-ID" dirty="0" err="1"/>
              <a:t>piksel</a:t>
            </a:r>
            <a:r>
              <a:rPr lang="en-ID" dirty="0"/>
              <a:t> </a:t>
            </a:r>
            <a:r>
              <a:rPr lang="en-ID" dirty="0" err="1"/>
              <a:t>satu</a:t>
            </a:r>
            <a:r>
              <a:rPr lang="en-ID" dirty="0"/>
              <a:t> per </a:t>
            </a:r>
            <a:r>
              <a:rPr lang="en-ID" dirty="0" err="1"/>
              <a:t>satu</a:t>
            </a:r>
            <a:r>
              <a:rPr lang="en-ID" dirty="0"/>
              <a:t>.</a:t>
            </a: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en-ID" dirty="0" err="1"/>
              <a:t>Mendeteksi</a:t>
            </a:r>
            <a:r>
              <a:rPr lang="en-ID" dirty="0"/>
              <a:t> </a:t>
            </a:r>
            <a:r>
              <a:rPr lang="en-ID" dirty="0" err="1"/>
              <a:t>tiang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metode</a:t>
            </a:r>
            <a:r>
              <a:rPr lang="en-ID" dirty="0"/>
              <a:t> Flood Fill </a:t>
            </a:r>
            <a:r>
              <a:rPr lang="en-ID" dirty="0" err="1"/>
              <a:t>ke</a:t>
            </a:r>
            <a:r>
              <a:rPr lang="en-ID" dirty="0"/>
              <a:t> </a:t>
            </a:r>
            <a:r>
              <a:rPr lang="en-ID" dirty="0" err="1"/>
              <a:t>atas</a:t>
            </a:r>
            <a:r>
              <a:rPr lang="en-ID" dirty="0"/>
              <a:t>. </a:t>
            </a:r>
            <a:r>
              <a:rPr lang="en-ID" dirty="0" err="1"/>
              <a:t>Lebih</a:t>
            </a:r>
            <a:r>
              <a:rPr lang="en-ID" dirty="0"/>
              <a:t> </a:t>
            </a:r>
            <a:r>
              <a:rPr lang="en-ID" dirty="0" err="1"/>
              <a:t>kuat</a:t>
            </a:r>
            <a:r>
              <a:rPr lang="en-ID" dirty="0"/>
              <a:t>, Tidak </a:t>
            </a:r>
            <a:r>
              <a:rPr lang="en-ID" dirty="0" err="1"/>
              <a:t>peduli</a:t>
            </a:r>
            <a:r>
              <a:rPr lang="en-ID" dirty="0"/>
              <a:t> garis </a:t>
            </a:r>
            <a:r>
              <a:rPr lang="en-ID" dirty="0" err="1"/>
              <a:t>bengkok</a:t>
            </a:r>
            <a:r>
              <a:rPr lang="en-ID" dirty="0"/>
              <a:t>, </a:t>
            </a:r>
            <a:r>
              <a:rPr lang="en-ID" dirty="0" err="1"/>
              <a:t>selama</a:t>
            </a:r>
            <a:r>
              <a:rPr lang="en-ID" dirty="0"/>
              <a:t> '</a:t>
            </a:r>
            <a:r>
              <a:rPr lang="en-ID" dirty="0" err="1"/>
              <a:t>kotak</a:t>
            </a:r>
            <a:r>
              <a:rPr lang="en-ID" dirty="0"/>
              <a:t>' </a:t>
            </a:r>
            <a:r>
              <a:rPr lang="en-ID" dirty="0" err="1"/>
              <a:t>areanya</a:t>
            </a:r>
            <a:r>
              <a:rPr lang="en-ID" dirty="0"/>
              <a:t> </a:t>
            </a:r>
            <a:r>
              <a:rPr lang="en-ID" dirty="0" err="1"/>
              <a:t>tinggi</a:t>
            </a:r>
            <a:r>
              <a:rPr lang="en-ID" dirty="0"/>
              <a:t> &amp; kurus.</a:t>
            </a:r>
          </a:p>
          <a:p>
            <a:pPr marL="342900" indent="-342900" algn="just">
              <a:lnSpc>
                <a:spcPct val="150000"/>
              </a:lnSpc>
              <a:buAutoNum type="arabicPeriod"/>
            </a:pPr>
            <a:endParaRPr lang="en-ID" dirty="0"/>
          </a:p>
          <a:p>
            <a:pPr marL="342900" indent="-342900" algn="just">
              <a:lnSpc>
                <a:spcPct val="150000"/>
              </a:lnSpc>
              <a:buAutoNum type="arabicPeriod"/>
            </a:pP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5923686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CCC57F4-513F-6D7F-33C9-60B3BB8034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68" y="2507039"/>
            <a:ext cx="4186470" cy="400806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5555994-8542-30C3-7E17-6C46594603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3" t="14018" r="1098" b="4677"/>
          <a:stretch>
            <a:fillRect/>
          </a:stretch>
        </p:blipFill>
        <p:spPr>
          <a:xfrm>
            <a:off x="800099" y="471488"/>
            <a:ext cx="10644189" cy="16573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E2BF70A-92E3-0403-7659-989BCC334399}"/>
              </a:ext>
            </a:extLst>
          </p:cNvPr>
          <p:cNvSpPr txBox="1"/>
          <p:nvPr/>
        </p:nvSpPr>
        <p:spPr>
          <a:xfrm>
            <a:off x="5086350" y="3032139"/>
            <a:ext cx="6986588" cy="2957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D" b="1" dirty="0" err="1"/>
              <a:t>Kegagalan</a:t>
            </a:r>
            <a:r>
              <a:rPr lang="en-ID" b="1" dirty="0"/>
              <a:t> </a:t>
            </a:r>
            <a:r>
              <a:rPr lang="en-ID" b="1" dirty="0" err="1"/>
              <a:t>menurut</a:t>
            </a:r>
            <a:r>
              <a:rPr lang="en-ID" b="1" dirty="0"/>
              <a:t> </a:t>
            </a:r>
            <a:r>
              <a:rPr lang="en-ID" b="1" dirty="0" err="1"/>
              <a:t>saya</a:t>
            </a:r>
            <a:r>
              <a:rPr lang="en-ID" b="1" dirty="0"/>
              <a:t> </a:t>
            </a:r>
            <a:r>
              <a:rPr lang="en-ID" dirty="0"/>
              <a:t>: Pada </a:t>
            </a:r>
            <a:r>
              <a:rPr lang="en-ID" dirty="0" err="1"/>
              <a:t>saat</a:t>
            </a:r>
            <a:r>
              <a:rPr lang="en-ID" dirty="0"/>
              <a:t> </a:t>
            </a:r>
            <a:r>
              <a:rPr lang="en-ID" dirty="0" err="1"/>
              <a:t>algoritma</a:t>
            </a:r>
            <a:r>
              <a:rPr lang="en-ID" dirty="0"/>
              <a:t> flood fill </a:t>
            </a:r>
            <a:r>
              <a:rPr lang="en-ID" dirty="0" err="1"/>
              <a:t>melakukan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titik</a:t>
            </a:r>
            <a:r>
              <a:rPr lang="en-ID" dirty="0"/>
              <a:t> </a:t>
            </a:r>
            <a:r>
              <a:rPr lang="en-ID" dirty="0" err="1"/>
              <a:t>potong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mengidentifikasi</a:t>
            </a:r>
            <a:r>
              <a:rPr lang="en-ID" dirty="0"/>
              <a:t> area </a:t>
            </a:r>
            <a:r>
              <a:rPr lang="en-ID" dirty="0" err="1"/>
              <a:t>tiang</a:t>
            </a:r>
            <a:r>
              <a:rPr lang="en-ID" dirty="0"/>
              <a:t>, </a:t>
            </a:r>
            <a:r>
              <a:rPr lang="en-ID" dirty="0" err="1"/>
              <a:t>pengisian</a:t>
            </a:r>
            <a:r>
              <a:rPr lang="en-ID" dirty="0"/>
              <a:t> </a:t>
            </a:r>
            <a:r>
              <a:rPr lang="en-ID" dirty="0" err="1"/>
              <a:t>mengikuti</a:t>
            </a:r>
            <a:r>
              <a:rPr lang="en-ID" dirty="0"/>
              <a:t> </a:t>
            </a:r>
            <a:r>
              <a:rPr lang="en-ID" dirty="0" err="1"/>
              <a:t>koneksi</a:t>
            </a:r>
            <a:r>
              <a:rPr lang="en-ID" dirty="0"/>
              <a:t> </a:t>
            </a:r>
            <a:r>
              <a:rPr lang="en-ID" dirty="0" err="1"/>
              <a:t>piksel</a:t>
            </a:r>
            <a:r>
              <a:rPr lang="en-ID" dirty="0"/>
              <a:t> pada skeleton dan </a:t>
            </a:r>
            <a:r>
              <a:rPr lang="en-ID" dirty="0" err="1"/>
              <a:t>menyebar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</a:t>
            </a:r>
            <a:r>
              <a:rPr lang="en-ID" dirty="0" err="1"/>
              <a:t>berbagai</a:t>
            </a:r>
            <a:r>
              <a:rPr lang="en-ID" dirty="0"/>
              <a:t> </a:t>
            </a:r>
            <a:r>
              <a:rPr lang="en-ID" dirty="0" err="1"/>
              <a:t>arah</a:t>
            </a:r>
            <a:r>
              <a:rPr lang="en-ID" dirty="0"/>
              <a:t>. Karena </a:t>
            </a:r>
            <a:r>
              <a:rPr lang="en-ID" dirty="0" err="1"/>
              <a:t>terdapat</a:t>
            </a:r>
            <a:r>
              <a:rPr lang="en-ID" dirty="0"/>
              <a:t> </a:t>
            </a:r>
            <a:r>
              <a:rPr lang="en-ID" dirty="0" err="1"/>
              <a:t>koneksi</a:t>
            </a:r>
            <a:r>
              <a:rPr lang="en-ID" dirty="0"/>
              <a:t> </a:t>
            </a:r>
            <a:r>
              <a:rPr lang="en-ID" dirty="0" err="1"/>
              <a:t>kuat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kiri dan </a:t>
            </a:r>
            <a:r>
              <a:rPr lang="en-ID" dirty="0" err="1"/>
              <a:t>kanan</a:t>
            </a:r>
            <a:r>
              <a:rPr lang="en-ID" dirty="0"/>
              <a:t>. Hal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membuat</a:t>
            </a:r>
            <a:r>
              <a:rPr lang="en-ID" dirty="0"/>
              <a:t> area yang </a:t>
            </a:r>
            <a:r>
              <a:rPr lang="en-ID" dirty="0" err="1"/>
              <a:t>dihitung</a:t>
            </a:r>
            <a:r>
              <a:rPr lang="en-ID" dirty="0"/>
              <a:t> </a:t>
            </a:r>
            <a:r>
              <a:rPr lang="en-ID" dirty="0" err="1"/>
              <a:t>bukan</a:t>
            </a:r>
            <a:r>
              <a:rPr lang="en-ID" dirty="0"/>
              <a:t> </a:t>
            </a:r>
            <a:r>
              <a:rPr lang="en-ID" dirty="0" err="1"/>
              <a:t>lagi</a:t>
            </a:r>
            <a:r>
              <a:rPr lang="en-ID" dirty="0"/>
              <a:t> area </a:t>
            </a:r>
            <a:r>
              <a:rPr lang="en-ID" dirty="0" err="1"/>
              <a:t>tiang</a:t>
            </a:r>
            <a:r>
              <a:rPr lang="en-ID" dirty="0"/>
              <a:t> </a:t>
            </a:r>
            <a:r>
              <a:rPr lang="en-ID" dirty="0" err="1"/>
              <a:t>secara</a:t>
            </a:r>
            <a:r>
              <a:rPr lang="en-ID" dirty="0"/>
              <a:t> </a:t>
            </a:r>
            <a:r>
              <a:rPr lang="en-ID" dirty="0" err="1"/>
              <a:t>lokal</a:t>
            </a:r>
            <a:r>
              <a:rPr lang="en-ID" dirty="0"/>
              <a:t>, </a:t>
            </a:r>
            <a:r>
              <a:rPr lang="en-ID" dirty="0" err="1"/>
              <a:t>melainkan</a:t>
            </a:r>
            <a:r>
              <a:rPr lang="en-ID" dirty="0"/>
              <a:t> area </a:t>
            </a:r>
            <a:r>
              <a:rPr lang="en-ID" dirty="0" err="1"/>
              <a:t>komponen</a:t>
            </a:r>
            <a:r>
              <a:rPr lang="en-ID" dirty="0"/>
              <a:t> </a:t>
            </a:r>
            <a:r>
              <a:rPr lang="en-ID" dirty="0" err="1"/>
              <a:t>huruf</a:t>
            </a:r>
            <a:r>
              <a:rPr lang="en-ID" dirty="0"/>
              <a:t> yang </a:t>
            </a:r>
            <a:r>
              <a:rPr lang="en-ID" dirty="0" err="1"/>
              <a:t>lebih</a:t>
            </a:r>
            <a:r>
              <a:rPr lang="en-ID" dirty="0"/>
              <a:t> </a:t>
            </a:r>
            <a:r>
              <a:rPr lang="en-ID" dirty="0" err="1"/>
              <a:t>luas</a:t>
            </a:r>
            <a:r>
              <a:rPr lang="en-ID" dirty="0"/>
              <a:t> (bocor), </a:t>
            </a:r>
            <a:r>
              <a:rPr lang="en-ID" dirty="0" err="1"/>
              <a:t>sehingga</a:t>
            </a:r>
            <a:r>
              <a:rPr lang="en-ID" dirty="0"/>
              <a:t> proses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berjalan</a:t>
            </a:r>
            <a:r>
              <a:rPr lang="en-ID" dirty="0"/>
              <a:t> </a:t>
            </a:r>
            <a:r>
              <a:rPr lang="en-ID" dirty="0" err="1"/>
              <a:t>sesuai</a:t>
            </a:r>
            <a:r>
              <a:rPr lang="en-ID" dirty="0"/>
              <a:t> </a:t>
            </a:r>
            <a:r>
              <a:rPr lang="en-ID" dirty="0" err="1"/>
              <a:t>harapan</a:t>
            </a:r>
            <a:r>
              <a:rPr lang="en-ID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931192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3EA7E0-9C00-77A9-A5AD-A2A5275980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763" y="2560362"/>
            <a:ext cx="4342729" cy="415766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8A5FECC-DB5E-EF5A-E03B-2D477BAED4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8" t="12193" r="689" b="3899"/>
          <a:stretch>
            <a:fillRect/>
          </a:stretch>
        </p:blipFill>
        <p:spPr>
          <a:xfrm>
            <a:off x="839671" y="485775"/>
            <a:ext cx="10529888" cy="168360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CE4E3F2-E683-DED9-C3E4-F4A1D85B50A1}"/>
              </a:ext>
            </a:extLst>
          </p:cNvPr>
          <p:cNvSpPr txBox="1"/>
          <p:nvPr/>
        </p:nvSpPr>
        <p:spPr>
          <a:xfrm>
            <a:off x="5738812" y="3100387"/>
            <a:ext cx="4961615" cy="21268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Solusi </a:t>
            </a:r>
            <a:r>
              <a:rPr lang="en-US" dirty="0" err="1"/>
              <a:t>saya</a:t>
            </a:r>
            <a:r>
              <a:rPr lang="en-US" dirty="0"/>
              <a:t> (</a:t>
            </a:r>
            <a:r>
              <a:rPr lang="en-US" dirty="0" err="1"/>
              <a:t>menekan</a:t>
            </a:r>
            <a:r>
              <a:rPr lang="en-US" dirty="0"/>
              <a:t> </a:t>
            </a:r>
            <a:r>
              <a:rPr lang="en-US" dirty="0" err="1"/>
              <a:t>aturan</a:t>
            </a:r>
            <a:r>
              <a:rPr lang="en-US" dirty="0"/>
              <a:t> pada </a:t>
            </a:r>
            <a:r>
              <a:rPr lang="en-US" dirty="0" err="1"/>
              <a:t>tiang</a:t>
            </a:r>
            <a:r>
              <a:rPr lang="en-US" dirty="0"/>
              <a:t> lam) 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ID" dirty="0"/>
              <a:t>Ambil </a:t>
            </a:r>
            <a:r>
              <a:rPr lang="en-ID" dirty="0" err="1"/>
              <a:t>titik</a:t>
            </a:r>
            <a:r>
              <a:rPr lang="en-ID" dirty="0"/>
              <a:t> </a:t>
            </a:r>
            <a:r>
              <a:rPr lang="en-ID" dirty="0" err="1"/>
              <a:t>persimpangan</a:t>
            </a:r>
            <a:r>
              <a:rPr lang="en-ID" dirty="0"/>
              <a:t>.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ID" dirty="0"/>
              <a:t>Cek </a:t>
            </a:r>
            <a:r>
              <a:rPr lang="en-ID" dirty="0" err="1"/>
              <a:t>arah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simpangan</a:t>
            </a:r>
            <a:r>
              <a:rPr lang="en-ID" dirty="0"/>
              <a:t> (</a:t>
            </a:r>
            <a:r>
              <a:rPr lang="en-ID" dirty="0" err="1"/>
              <a:t>kanan</a:t>
            </a:r>
            <a:r>
              <a:rPr lang="en-ID" dirty="0"/>
              <a:t>, kiri dan </a:t>
            </a:r>
            <a:r>
              <a:rPr lang="en-ID" dirty="0" err="1"/>
              <a:t>atas</a:t>
            </a:r>
            <a:r>
              <a:rPr lang="en-ID" dirty="0"/>
              <a:t>)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ID" dirty="0" err="1"/>
              <a:t>Jalankan</a:t>
            </a:r>
            <a:r>
              <a:rPr lang="en-ID" dirty="0"/>
              <a:t> “flood </a:t>
            </a:r>
            <a:r>
              <a:rPr lang="en-ID" dirty="0" err="1"/>
              <a:t>fiil</a:t>
            </a:r>
            <a:r>
              <a:rPr lang="en-ID" dirty="0"/>
              <a:t>” yang </a:t>
            </a:r>
            <a:r>
              <a:rPr lang="en-ID" dirty="0" err="1"/>
              <a:t>mengarah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</a:t>
            </a:r>
            <a:r>
              <a:rPr lang="en-ID" dirty="0" err="1"/>
              <a:t>atas</a:t>
            </a:r>
            <a:r>
              <a:rPr lang="en-ID" dirty="0"/>
              <a:t> </a:t>
            </a:r>
            <a:r>
              <a:rPr lang="en-ID" dirty="0" err="1"/>
              <a:t>saja</a:t>
            </a:r>
            <a:endParaRPr lang="en-ID" dirty="0"/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ID" dirty="0" err="1"/>
              <a:t>Blokir</a:t>
            </a:r>
            <a:r>
              <a:rPr lang="en-ID" dirty="0"/>
              <a:t> </a:t>
            </a:r>
            <a:r>
              <a:rPr lang="en-ID" dirty="0" err="1"/>
              <a:t>jalan</a:t>
            </a:r>
            <a:r>
              <a:rPr lang="en-ID" dirty="0"/>
              <a:t> yang </a:t>
            </a:r>
            <a:r>
              <a:rPr lang="en-ID" dirty="0" err="1"/>
              <a:t>mengarah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</a:t>
            </a:r>
            <a:r>
              <a:rPr lang="en-ID" dirty="0" err="1"/>
              <a:t>kanan</a:t>
            </a:r>
            <a:r>
              <a:rPr lang="en-ID" dirty="0"/>
              <a:t> dan kiri</a:t>
            </a:r>
          </a:p>
        </p:txBody>
      </p:sp>
    </p:spTree>
    <p:extLst>
      <p:ext uri="{BB962C8B-B14F-4D97-AF65-F5344CB8AC3E}">
        <p14:creationId xmlns:p14="http://schemas.microsoft.com/office/powerpoint/2010/main" val="31100311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9F2B339-597C-430C-0868-88B76E66C9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093" y="2206506"/>
            <a:ext cx="4536629" cy="434329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C2E2045-BDC9-7D17-B5FC-8E31F90E80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2" t="12151" r="835" b="3741"/>
          <a:stretch>
            <a:fillRect/>
          </a:stretch>
        </p:blipFill>
        <p:spPr>
          <a:xfrm>
            <a:off x="752475" y="308195"/>
            <a:ext cx="10687050" cy="1714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79D6078-9B6A-F098-42BE-3FA85C8649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7535" y="2295372"/>
            <a:ext cx="6205750" cy="18765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7D050B6-3EB1-BB5F-2B93-A9ECCBD25623}"/>
              </a:ext>
            </a:extLst>
          </p:cNvPr>
          <p:cNvSpPr txBox="1"/>
          <p:nvPr/>
        </p:nvSpPr>
        <p:spPr>
          <a:xfrm>
            <a:off x="5500688" y="4444627"/>
            <a:ext cx="5181098" cy="17113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 err="1"/>
              <a:t>Disini</a:t>
            </a:r>
            <a:r>
              <a:rPr lang="en-US" dirty="0"/>
              <a:t> </a:t>
            </a:r>
            <a:r>
              <a:rPr lang="en-US" dirty="0" err="1"/>
              <a:t>saya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perketat</a:t>
            </a:r>
            <a:r>
              <a:rPr lang="en-US" dirty="0"/>
              <a:t> (</a:t>
            </a:r>
            <a:r>
              <a:rPr lang="en-US" b="1" dirty="0" err="1"/>
              <a:t>tiang</a:t>
            </a:r>
            <a:r>
              <a:rPr lang="en-US" b="1" dirty="0"/>
              <a:t> </a:t>
            </a:r>
            <a:r>
              <a:rPr lang="en-US" b="1" dirty="0" err="1"/>
              <a:t>pendek</a:t>
            </a:r>
            <a:r>
              <a:rPr lang="en-US" b="1" dirty="0"/>
              <a:t> = </a:t>
            </a:r>
            <a:r>
              <a:rPr lang="en-US" b="1" dirty="0" err="1"/>
              <a:t>bukan</a:t>
            </a:r>
            <a:r>
              <a:rPr lang="en-US" b="1" dirty="0"/>
              <a:t> lam</a:t>
            </a:r>
            <a:r>
              <a:rPr lang="en-US" dirty="0"/>
              <a:t>)</a:t>
            </a:r>
          </a:p>
          <a:p>
            <a:pPr>
              <a:lnSpc>
                <a:spcPct val="150000"/>
              </a:lnSpc>
            </a:pPr>
            <a:r>
              <a:rPr lang="en-US" dirty="0" err="1"/>
              <a:t>Perubahan</a:t>
            </a:r>
            <a:r>
              <a:rPr lang="en-US" dirty="0"/>
              <a:t> yang </a:t>
            </a:r>
            <a:r>
              <a:rPr lang="en-US" dirty="0" err="1"/>
              <a:t>saya</a:t>
            </a:r>
            <a:r>
              <a:rPr lang="en-US" dirty="0"/>
              <a:t> </a:t>
            </a:r>
            <a:r>
              <a:rPr lang="en-US" dirty="0" err="1"/>
              <a:t>lakukan</a:t>
            </a:r>
            <a:r>
              <a:rPr lang="en-US" dirty="0"/>
              <a:t> 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dirty="0" err="1"/>
              <a:t>Meningkatkan</a:t>
            </a:r>
            <a:r>
              <a:rPr lang="en-US" dirty="0"/>
              <a:t> </a:t>
            </a:r>
            <a:r>
              <a:rPr lang="en-US" dirty="0" err="1"/>
              <a:t>ambang</a:t>
            </a:r>
            <a:r>
              <a:rPr lang="en-US" dirty="0"/>
              <a:t> batas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dirty="0" err="1"/>
              <a:t>Mengabaikan</a:t>
            </a:r>
            <a:r>
              <a:rPr lang="en-US" dirty="0"/>
              <a:t> </a:t>
            </a:r>
            <a:r>
              <a:rPr lang="en-US" dirty="0" err="1"/>
              <a:t>tiang</a:t>
            </a:r>
            <a:r>
              <a:rPr lang="en-US" dirty="0"/>
              <a:t> </a:t>
            </a:r>
            <a:r>
              <a:rPr lang="en-US" dirty="0" err="1"/>
              <a:t>kecil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3590163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29C093B-EC9C-E1ED-BB2E-503ECBBA4F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4355" y="1126569"/>
            <a:ext cx="9229625" cy="279097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8804D26-A566-B416-190A-38D602800DF7}"/>
              </a:ext>
            </a:extLst>
          </p:cNvPr>
          <p:cNvSpPr txBox="1"/>
          <p:nvPr/>
        </p:nvSpPr>
        <p:spPr>
          <a:xfrm>
            <a:off x="500063" y="757237"/>
            <a:ext cx="2367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/>
              <a:t>Masalah</a:t>
            </a:r>
            <a:r>
              <a:rPr lang="en-US" b="1" dirty="0"/>
              <a:t> pada </a:t>
            </a:r>
            <a:r>
              <a:rPr lang="en-US" b="1" dirty="0" err="1"/>
              <a:t>diakritik</a:t>
            </a:r>
            <a:endParaRPr lang="en-ID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F0A5BB-3273-D013-1E27-2098CA083CF0}"/>
              </a:ext>
            </a:extLst>
          </p:cNvPr>
          <p:cNvSpPr txBox="1"/>
          <p:nvPr/>
        </p:nvSpPr>
        <p:spPr>
          <a:xfrm>
            <a:off x="1364355" y="4286879"/>
            <a:ext cx="8283178" cy="212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ID" dirty="0" err="1"/>
              <a:t>Mungkin</a:t>
            </a:r>
            <a:r>
              <a:rPr lang="en-ID" dirty="0"/>
              <a:t> </a:t>
            </a:r>
            <a:r>
              <a:rPr lang="en-ID" dirty="0" err="1"/>
              <a:t>masalah</a:t>
            </a:r>
            <a:r>
              <a:rPr lang="en-ID" dirty="0"/>
              <a:t> </a:t>
            </a:r>
            <a:r>
              <a:rPr lang="en-ID" dirty="0" err="1"/>
              <a:t>utama</a:t>
            </a:r>
            <a:r>
              <a:rPr lang="en-ID" dirty="0"/>
              <a:t> </a:t>
            </a:r>
            <a:r>
              <a:rPr lang="en-ID" dirty="0" err="1"/>
              <a:t>ada</a:t>
            </a:r>
            <a:r>
              <a:rPr lang="en-ID" dirty="0"/>
              <a:t> pada </a:t>
            </a:r>
            <a:r>
              <a:rPr lang="en-ID" dirty="0" err="1"/>
              <a:t>logika</a:t>
            </a:r>
            <a:r>
              <a:rPr lang="en-ID" dirty="0"/>
              <a:t> </a:t>
            </a:r>
            <a:r>
              <a:rPr lang="en-ID" dirty="0" err="1"/>
              <a:t>pemotongan</a:t>
            </a:r>
            <a:r>
              <a:rPr lang="en-ID" dirty="0"/>
              <a:t> </a:t>
            </a:r>
            <a:r>
              <a:rPr lang="en-ID" dirty="0" err="1"/>
              <a:t>saya</a:t>
            </a:r>
            <a:r>
              <a:rPr lang="en-ID" dirty="0"/>
              <a:t> yang </a:t>
            </a:r>
            <a:r>
              <a:rPr lang="en-ID" dirty="0" err="1"/>
              <a:t>dilakukan</a:t>
            </a:r>
            <a:r>
              <a:rPr lang="en-ID" dirty="0"/>
              <a:t> </a:t>
            </a:r>
            <a:r>
              <a:rPr lang="en-ID" dirty="0" err="1"/>
              <a:t>secara</a:t>
            </a:r>
            <a:r>
              <a:rPr lang="en-ID" dirty="0"/>
              <a:t> </a:t>
            </a:r>
            <a:r>
              <a:rPr lang="en-ID" dirty="0" err="1"/>
              <a:t>vertikal</a:t>
            </a:r>
            <a:r>
              <a:rPr lang="en-ID" dirty="0"/>
              <a:t> </a:t>
            </a:r>
            <a:r>
              <a:rPr lang="en-ID" dirty="0" err="1"/>
              <a:t>tegak</a:t>
            </a:r>
            <a:r>
              <a:rPr lang="en-ID" dirty="0"/>
              <a:t> </a:t>
            </a:r>
            <a:r>
              <a:rPr lang="en-ID" dirty="0" err="1"/>
              <a:t>lurus</a:t>
            </a:r>
            <a:r>
              <a:rPr lang="en-ID" dirty="0"/>
              <a:t> (garis </a:t>
            </a:r>
            <a:r>
              <a:rPr lang="en-ID" dirty="0" err="1"/>
              <a:t>merah</a:t>
            </a:r>
            <a:r>
              <a:rPr lang="en-ID" dirty="0"/>
              <a:t>) yang </a:t>
            </a:r>
            <a:r>
              <a:rPr lang="en-ID" dirty="0" err="1"/>
              <a:t>hanya</a:t>
            </a:r>
            <a:r>
              <a:rPr lang="en-ID" dirty="0"/>
              <a:t> </a:t>
            </a:r>
            <a:r>
              <a:rPr lang="en-ID" dirty="0" err="1"/>
              <a:t>berdasarkan</a:t>
            </a:r>
            <a:r>
              <a:rPr lang="en-ID" dirty="0"/>
              <a:t> skeleton, </a:t>
            </a:r>
            <a:r>
              <a:rPr lang="en-ID" dirty="0" err="1"/>
              <a:t>tanpa</a:t>
            </a:r>
            <a:r>
              <a:rPr lang="en-ID" dirty="0"/>
              <a:t> </a:t>
            </a:r>
            <a:r>
              <a:rPr lang="en-ID" dirty="0" err="1"/>
              <a:t>mengecek</a:t>
            </a:r>
            <a:r>
              <a:rPr lang="en-ID" dirty="0"/>
              <a:t> </a:t>
            </a:r>
            <a:r>
              <a:rPr lang="en-ID" dirty="0" err="1"/>
              <a:t>keberadaan</a:t>
            </a:r>
            <a:r>
              <a:rPr lang="en-ID" dirty="0"/>
              <a:t> </a:t>
            </a:r>
            <a:r>
              <a:rPr lang="en-ID" dirty="0" err="1"/>
              <a:t>diakritik</a:t>
            </a:r>
            <a:r>
              <a:rPr lang="en-ID" dirty="0"/>
              <a:t> di </a:t>
            </a:r>
            <a:r>
              <a:rPr lang="en-ID" dirty="0" err="1"/>
              <a:t>jalur</a:t>
            </a:r>
            <a:r>
              <a:rPr lang="en-ID" dirty="0"/>
              <a:t> garis.</a:t>
            </a:r>
          </a:p>
          <a:p>
            <a:pPr>
              <a:lnSpc>
                <a:spcPct val="150000"/>
              </a:lnSpc>
            </a:pPr>
            <a:r>
              <a:rPr lang="en-ID" dirty="0"/>
              <a:t>Di </a:t>
            </a:r>
            <a:r>
              <a:rPr lang="en-ID" dirty="0" err="1"/>
              <a:t>sini</a:t>
            </a:r>
            <a:r>
              <a:rPr lang="en-ID" dirty="0"/>
              <a:t> </a:t>
            </a:r>
            <a:r>
              <a:rPr lang="en-ID" dirty="0" err="1"/>
              <a:t>saya</a:t>
            </a:r>
            <a:r>
              <a:rPr lang="en-ID" dirty="0"/>
              <a:t> </a:t>
            </a:r>
            <a:r>
              <a:rPr lang="en-ID" dirty="0" err="1"/>
              <a:t>menambahkan</a:t>
            </a:r>
            <a:r>
              <a:rPr lang="en-ID" dirty="0"/>
              <a:t> </a:t>
            </a:r>
            <a:r>
              <a:rPr lang="en-ID" dirty="0" err="1"/>
              <a:t>logika</a:t>
            </a:r>
            <a:r>
              <a:rPr lang="en-ID" dirty="0"/>
              <a:t> </a:t>
            </a:r>
            <a:r>
              <a:rPr lang="en-ID" b="1" dirty="0"/>
              <a:t>anti-</a:t>
            </a:r>
            <a:r>
              <a:rPr lang="en-ID" b="1" dirty="0" err="1"/>
              <a:t>tabrak</a:t>
            </a:r>
            <a:r>
              <a:rPr lang="en-ID" b="1" dirty="0"/>
              <a:t> </a:t>
            </a:r>
            <a:r>
              <a:rPr lang="en-ID" b="1" dirty="0" err="1"/>
              <a:t>titik</a:t>
            </a:r>
            <a:r>
              <a:rPr lang="en-ID" dirty="0"/>
              <a:t> pada </a:t>
            </a:r>
            <a:r>
              <a:rPr lang="en-ID" dirty="0" err="1"/>
              <a:t>saat</a:t>
            </a:r>
            <a:r>
              <a:rPr lang="en-ID" dirty="0"/>
              <a:t> </a:t>
            </a:r>
            <a:r>
              <a:rPr lang="en-ID" dirty="0" err="1"/>
              <a:t>menentukan</a:t>
            </a:r>
            <a:r>
              <a:rPr lang="en-ID" dirty="0"/>
              <a:t> </a:t>
            </a:r>
            <a:r>
              <a:rPr lang="en-ID" dirty="0" err="1"/>
              <a:t>koordinat</a:t>
            </a:r>
            <a:r>
              <a:rPr lang="en-ID" dirty="0"/>
              <a:t> </a:t>
            </a:r>
            <a:r>
              <a:rPr lang="en-ID" dirty="0" err="1"/>
              <a:t>pemotongan</a:t>
            </a:r>
            <a:r>
              <a:rPr lang="en-ID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945683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E625F24-3B9B-0DA0-B465-D7F34A3E9A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437" y="1000125"/>
            <a:ext cx="4745663" cy="45434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76568C4-EFE9-11A3-1EBE-72C9659210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8275" y="1000125"/>
            <a:ext cx="6543955" cy="19788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064BB73-84F5-F3B2-3401-2F3A8D11FBD2}"/>
              </a:ext>
            </a:extLst>
          </p:cNvPr>
          <p:cNvSpPr txBox="1"/>
          <p:nvPr/>
        </p:nvSpPr>
        <p:spPr>
          <a:xfrm>
            <a:off x="685800" y="471487"/>
            <a:ext cx="11035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/>
              <a:t>Hasilnya</a:t>
            </a:r>
            <a:r>
              <a:rPr lang="en-US" b="1" dirty="0"/>
              <a:t> :</a:t>
            </a:r>
            <a:endParaRPr lang="en-ID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646056-D34A-833D-444D-B4DC00CE00FC}"/>
              </a:ext>
            </a:extLst>
          </p:cNvPr>
          <p:cNvSpPr txBox="1"/>
          <p:nvPr/>
        </p:nvSpPr>
        <p:spPr>
          <a:xfrm>
            <a:off x="5248275" y="3429000"/>
            <a:ext cx="6093618" cy="880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ID" dirty="0" err="1"/>
              <a:t>masalah</a:t>
            </a:r>
            <a:r>
              <a:rPr lang="en-ID" dirty="0"/>
              <a:t> </a:t>
            </a:r>
            <a:r>
              <a:rPr lang="en-ID" dirty="0" err="1"/>
              <a:t>utama</a:t>
            </a:r>
            <a:r>
              <a:rPr lang="en-ID" dirty="0"/>
              <a:t> </a:t>
            </a:r>
            <a:r>
              <a:rPr lang="en-ID" dirty="0" err="1"/>
              <a:t>bukan</a:t>
            </a:r>
            <a:r>
              <a:rPr lang="en-ID" dirty="0"/>
              <a:t> </a:t>
            </a:r>
            <a:r>
              <a:rPr lang="en-ID" dirty="0" err="1"/>
              <a:t>lagi</a:t>
            </a:r>
            <a:r>
              <a:rPr lang="en-ID" dirty="0"/>
              <a:t> pada </a:t>
            </a:r>
            <a:r>
              <a:rPr lang="en-ID" dirty="0" err="1"/>
              <a:t>posisi</a:t>
            </a:r>
            <a:r>
              <a:rPr lang="en-ID" dirty="0"/>
              <a:t> garis </a:t>
            </a:r>
            <a:r>
              <a:rPr lang="en-ID" dirty="0" err="1"/>
              <a:t>potong</a:t>
            </a:r>
            <a:r>
              <a:rPr lang="en-ID" dirty="0"/>
              <a:t>, </a:t>
            </a:r>
            <a:r>
              <a:rPr lang="en-ID" dirty="0" err="1"/>
              <a:t>melainkan</a:t>
            </a:r>
            <a:r>
              <a:rPr lang="en-ID" dirty="0"/>
              <a:t> pada </a:t>
            </a:r>
            <a:r>
              <a:rPr lang="en-ID" dirty="0" err="1"/>
              <a:t>kepemilikan</a:t>
            </a:r>
            <a:r>
              <a:rPr lang="en-ID" dirty="0"/>
              <a:t> </a:t>
            </a:r>
            <a:r>
              <a:rPr lang="en-ID" dirty="0" err="1"/>
              <a:t>piksel</a:t>
            </a:r>
            <a:r>
              <a:rPr lang="en-ID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8963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E87E319-0E8A-3787-DEA3-505ACD41E2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2925" y="2884403"/>
            <a:ext cx="9266150" cy="280202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25F058C-9E0E-2175-5F7E-34427E2FD063}"/>
              </a:ext>
            </a:extLst>
          </p:cNvPr>
          <p:cNvSpPr txBox="1"/>
          <p:nvPr/>
        </p:nvSpPr>
        <p:spPr>
          <a:xfrm>
            <a:off x="1462925" y="471487"/>
            <a:ext cx="8454628" cy="1711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ID" dirty="0" err="1"/>
              <a:t>saya</a:t>
            </a:r>
            <a:r>
              <a:rPr lang="en-ID" dirty="0"/>
              <a:t> </a:t>
            </a:r>
            <a:r>
              <a:rPr lang="en-ID" dirty="0" err="1"/>
              <a:t>mengubah</a:t>
            </a:r>
            <a:r>
              <a:rPr lang="en-ID" dirty="0"/>
              <a:t> strategi di </a:t>
            </a:r>
            <a:r>
              <a:rPr lang="en-ID" dirty="0" err="1"/>
              <a:t>fungsi</a:t>
            </a:r>
            <a:r>
              <a:rPr lang="en-ID" dirty="0"/>
              <a:t> </a:t>
            </a:r>
            <a:r>
              <a:rPr lang="en-ID" dirty="0" err="1"/>
              <a:t>potongan</a:t>
            </a:r>
            <a:r>
              <a:rPr lang="en-ID" dirty="0"/>
              <a:t> </a:t>
            </a:r>
            <a:r>
              <a:rPr lang="en-ID" dirty="0" err="1"/>
              <a:t>nya</a:t>
            </a:r>
            <a:r>
              <a:rPr lang="en-ID" dirty="0"/>
              <a:t> :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ID" dirty="0"/>
              <a:t> </a:t>
            </a:r>
            <a:r>
              <a:rPr lang="en-ID" dirty="0" err="1"/>
              <a:t>saya</a:t>
            </a:r>
            <a:r>
              <a:rPr lang="en-ID" dirty="0"/>
              <a:t> </a:t>
            </a:r>
            <a:r>
              <a:rPr lang="en-ID" dirty="0" err="1"/>
              <a:t>Potong</a:t>
            </a:r>
            <a:r>
              <a:rPr lang="en-ID" dirty="0"/>
              <a:t> </a:t>
            </a:r>
            <a:r>
              <a:rPr lang="en-ID" dirty="0" err="1"/>
              <a:t>hanya</a:t>
            </a:r>
            <a:r>
              <a:rPr lang="en-ID" dirty="0"/>
              <a:t> badan </a:t>
            </a:r>
            <a:r>
              <a:rPr lang="en-ID" dirty="0" err="1"/>
              <a:t>huruf</a:t>
            </a:r>
            <a:r>
              <a:rPr lang="en-ID" dirty="0"/>
              <a:t> (Main Stroke) </a:t>
            </a:r>
            <a:r>
              <a:rPr lang="en-ID" dirty="0" err="1"/>
              <a:t>berdasarkan</a:t>
            </a:r>
            <a:r>
              <a:rPr lang="en-ID" dirty="0"/>
              <a:t> garis </a:t>
            </a:r>
            <a:r>
              <a:rPr lang="en-ID" dirty="0" err="1"/>
              <a:t>potong</a:t>
            </a:r>
            <a:r>
              <a:rPr lang="en-ID" dirty="0"/>
              <a:t> </a:t>
            </a:r>
            <a:r>
              <a:rPr lang="en-ID" dirty="0" err="1"/>
              <a:t>vertikal</a:t>
            </a:r>
            <a:r>
              <a:rPr lang="en-ID" dirty="0"/>
              <a:t>.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ID" dirty="0"/>
              <a:t> Saya </a:t>
            </a:r>
            <a:r>
              <a:rPr lang="en-ID" dirty="0" err="1"/>
              <a:t>membiarkan</a:t>
            </a:r>
            <a:r>
              <a:rPr lang="en-ID" dirty="0"/>
              <a:t> </a:t>
            </a:r>
            <a:r>
              <a:rPr lang="en-ID" dirty="0" err="1"/>
              <a:t>titik</a:t>
            </a:r>
            <a:r>
              <a:rPr lang="en-ID" dirty="0"/>
              <a:t> </a:t>
            </a:r>
            <a:r>
              <a:rPr lang="en-ID" dirty="0" err="1"/>
              <a:t>utuh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objek</a:t>
            </a:r>
            <a:r>
              <a:rPr lang="en-ID" dirty="0"/>
              <a:t> </a:t>
            </a:r>
            <a:r>
              <a:rPr lang="en-ID" dirty="0" err="1"/>
              <a:t>terpisah</a:t>
            </a:r>
            <a:r>
              <a:rPr lang="en-ID" dirty="0"/>
              <a:t>.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ID" dirty="0"/>
              <a:t> </a:t>
            </a:r>
            <a:r>
              <a:rPr lang="en-ID" dirty="0" err="1"/>
              <a:t>asosiasikan</a:t>
            </a:r>
            <a:r>
              <a:rPr lang="en-ID" dirty="0"/>
              <a:t> </a:t>
            </a:r>
            <a:r>
              <a:rPr lang="en-ID" dirty="0" err="1"/>
              <a:t>setiap</a:t>
            </a:r>
            <a:r>
              <a:rPr lang="en-ID" dirty="0"/>
              <a:t> </a:t>
            </a:r>
            <a:r>
              <a:rPr lang="en-ID" dirty="0" err="1"/>
              <a:t>titik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</a:t>
            </a:r>
            <a:r>
              <a:rPr lang="en-ID" dirty="0" err="1"/>
              <a:t>potongan</a:t>
            </a:r>
            <a:r>
              <a:rPr lang="en-ID" dirty="0"/>
              <a:t> badan </a:t>
            </a:r>
            <a:r>
              <a:rPr lang="en-ID" dirty="0" err="1"/>
              <a:t>huruf</a:t>
            </a:r>
            <a:r>
              <a:rPr lang="en-ID" dirty="0"/>
              <a:t> yang </a:t>
            </a:r>
            <a:r>
              <a:rPr lang="en-ID" dirty="0" err="1"/>
              <a:t>memiliki</a:t>
            </a:r>
            <a:r>
              <a:rPr lang="en-ID" dirty="0"/>
              <a:t> centroid </a:t>
            </a:r>
            <a:r>
              <a:rPr lang="en-ID" dirty="0" err="1"/>
              <a:t>terdekat</a:t>
            </a:r>
            <a:r>
              <a:rPr lang="en-ID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102082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606C0E4-ED7D-3EAA-B104-265FFC7D22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533" y="2998703"/>
            <a:ext cx="10878109" cy="328946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C5679F5-CAE1-D2AC-2046-0FA5063BD3FE}"/>
              </a:ext>
            </a:extLst>
          </p:cNvPr>
          <p:cNvSpPr txBox="1"/>
          <p:nvPr/>
        </p:nvSpPr>
        <p:spPr>
          <a:xfrm>
            <a:off x="3049191" y="1177022"/>
            <a:ext cx="6093618" cy="880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ID" dirty="0" err="1"/>
              <a:t>saya</a:t>
            </a:r>
            <a:r>
              <a:rPr lang="en-ID" dirty="0"/>
              <a:t> </a:t>
            </a:r>
            <a:r>
              <a:rPr lang="en-ID" dirty="0" err="1"/>
              <a:t>menempel</a:t>
            </a:r>
            <a:r>
              <a:rPr lang="en-ID" dirty="0"/>
              <a:t> </a:t>
            </a:r>
            <a:r>
              <a:rPr lang="en-ID" dirty="0" err="1"/>
              <a:t>ulang</a:t>
            </a:r>
            <a:r>
              <a:rPr lang="en-ID" dirty="0"/>
              <a:t> </a:t>
            </a:r>
            <a:r>
              <a:rPr lang="en-ID" dirty="0" err="1"/>
              <a:t>titik</a:t>
            </a:r>
            <a:r>
              <a:rPr lang="en-ID" dirty="0"/>
              <a:t> </a:t>
            </a:r>
            <a:r>
              <a:rPr lang="en-ID" dirty="0" err="1"/>
              <a:t>utuh</a:t>
            </a:r>
            <a:r>
              <a:rPr lang="en-ID" dirty="0"/>
              <a:t> </a:t>
            </a:r>
            <a:r>
              <a:rPr lang="en-ID" dirty="0" err="1"/>
              <a:t>hanya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</a:t>
            </a:r>
            <a:r>
              <a:rPr lang="en-ID" dirty="0" err="1"/>
              <a:t>satu</a:t>
            </a:r>
            <a:r>
              <a:rPr lang="en-ID" dirty="0"/>
              <a:t> </a:t>
            </a:r>
            <a:r>
              <a:rPr lang="en-ID" dirty="0" err="1"/>
              <a:t>potongan</a:t>
            </a:r>
            <a:r>
              <a:rPr lang="en-ID" dirty="0"/>
              <a:t> </a:t>
            </a:r>
            <a:r>
              <a:rPr lang="en-ID" dirty="0" err="1"/>
              <a:t>batang</a:t>
            </a:r>
            <a:r>
              <a:rPr lang="en-ID" dirty="0"/>
              <a:t> </a:t>
            </a:r>
            <a:r>
              <a:rPr lang="en-ID" dirty="0" err="1"/>
              <a:t>huruf</a:t>
            </a:r>
            <a:r>
              <a:rPr lang="en-ID" dirty="0"/>
              <a:t> yang paling </a:t>
            </a:r>
            <a:r>
              <a:rPr lang="en-ID" dirty="0" err="1"/>
              <a:t>dekat</a:t>
            </a:r>
            <a:r>
              <a:rPr lang="en-ID" dirty="0"/>
              <a:t> (centroid).</a:t>
            </a:r>
          </a:p>
        </p:txBody>
      </p:sp>
    </p:spTree>
    <p:extLst>
      <p:ext uri="{BB962C8B-B14F-4D97-AF65-F5344CB8AC3E}">
        <p14:creationId xmlns:p14="http://schemas.microsoft.com/office/powerpoint/2010/main" val="846838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6774</TotalTime>
  <Words>810</Words>
  <Application>Microsoft Office PowerPoint</Application>
  <PresentationFormat>Widescreen</PresentationFormat>
  <Paragraphs>59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Calibri Light</vt:lpstr>
      <vt:lpstr>Courier New</vt:lpstr>
      <vt:lpstr>Office Theme</vt:lpstr>
      <vt:lpstr>LAPORAN PROGRES TUGAS AKHIR (TA)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fajrul falaq</dc:creator>
  <cp:lastModifiedBy>fajrul falaq</cp:lastModifiedBy>
  <cp:revision>6</cp:revision>
  <dcterms:created xsi:type="dcterms:W3CDTF">2026-01-15T14:09:29Z</dcterms:created>
  <dcterms:modified xsi:type="dcterms:W3CDTF">2026-02-12T09:06:56Z</dcterms:modified>
</cp:coreProperties>
</file>