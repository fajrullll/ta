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D2BF-0AE8-A183-2130-953D81E55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F054B0-C0AC-4DE8-6716-4BB13100C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10262-A6C2-86A4-7A4E-9F2357107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FE39C-E5F9-4617-804A-74C946BEFC44}" type="datetimeFigureOut">
              <a:rPr lang="en-ID" smtClean="0"/>
              <a:t>30/05/2026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7A0B4-B68B-616C-E7DF-83DDAC61F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B041C-2127-04F3-D77C-0C81FDC0F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97DDF-7BD1-4B63-96A6-E93D126ACC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7773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18A4-4847-AE98-C351-D74CE111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8A575-2856-C1EB-0470-B69D3CC0B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C9079-DC35-679C-2807-76B44CB43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FE39C-E5F9-4617-804A-74C946BEFC44}" type="datetimeFigureOut">
              <a:rPr lang="en-ID" smtClean="0"/>
              <a:t>30/05/2026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04454-8F71-93C2-36AC-134434791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DEA3C-253B-E11D-1AEC-7B9230E25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97DDF-7BD1-4B63-96A6-E93D126ACC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5298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6DDA4-5DA4-45E8-C93D-5E28DDB43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84AA5-0A35-D11F-2EFE-3A40691A9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8E08A-B019-2E16-96A4-B6D2AF241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FE39C-E5F9-4617-804A-74C946BEFC44}" type="datetimeFigureOut">
              <a:rPr lang="en-ID" smtClean="0"/>
              <a:t>30/05/2026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5F15C-96E7-BABD-4715-50E410187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CA942-5025-B554-B98B-1AB5FCF2E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97DDF-7BD1-4B63-96A6-E93D126ACC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09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1BE67-0245-E9EB-C6FB-A1DE93676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29165-89FE-EF79-0E49-3900B2A43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86F8B-E865-F1BF-8589-22A547576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01CCD-8D1A-493F-2B0D-9311C9317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FE39C-E5F9-4617-804A-74C946BEFC44}" type="datetimeFigureOut">
              <a:rPr lang="en-ID" smtClean="0"/>
              <a:t>30/05/2026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00DA2-CBCF-7F32-2AA5-E99647842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5AEC7-B885-9445-4D6D-D6A46928C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97DDF-7BD1-4B63-96A6-E93D126ACC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1366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ED32D-ED48-6CC0-765A-8ED4082F9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FCCA8-FD32-BC4D-F47A-0D886DD46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7F21C-F416-D260-B0FE-FFA82522B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C2443F-146A-67F9-36CB-E58FE30B93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82BB2E-84C1-C3E5-0FEE-C8641467C9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368C64-A2FD-C1ED-5964-BF91F7391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FE39C-E5F9-4617-804A-74C946BEFC44}" type="datetimeFigureOut">
              <a:rPr lang="en-ID" smtClean="0"/>
              <a:t>30/05/2026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304A9D-D135-6BE9-AC2C-3C05E6A22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17E309-EC78-040E-828C-EEB3A843C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97DDF-7BD1-4B63-96A6-E93D126ACC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824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F946-C2F7-3CA4-7AF7-B529AAE7A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7C920-CB66-6517-694F-8E6A1B5F7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FE39C-E5F9-4617-804A-74C946BEFC44}" type="datetimeFigureOut">
              <a:rPr lang="en-ID" smtClean="0"/>
              <a:t>30/05/2026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BD332-EF6F-4740-9A6B-3405243CB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87B2B6-62DD-C970-A76B-FAD9AA991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97DDF-7BD1-4B63-96A6-E93D126ACC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359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195EE1-B238-B29F-B782-19FA3E0F8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FE39C-E5F9-4617-804A-74C946BEFC44}" type="datetimeFigureOut">
              <a:rPr lang="en-ID" smtClean="0"/>
              <a:t>30/05/2026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F85898-1F72-DB91-76B0-DFB4DCDAF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E352C-8C76-745E-AB09-B420549E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97DDF-7BD1-4B63-96A6-E93D126ACC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3184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8A881-4D15-B2B9-5C4B-15071758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C774F-BEB1-0106-3F2D-3A36AE7C3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A3155-31AE-284D-64F5-ACC074530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76D17-E722-EF14-0BE7-7CE353CE9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FE39C-E5F9-4617-804A-74C946BEFC44}" type="datetimeFigureOut">
              <a:rPr lang="en-ID" smtClean="0"/>
              <a:t>30/05/2026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78BF8-B795-B4DB-1EA7-543EDEDA2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E7179-3EA5-08D3-696D-70E90CF4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97DDF-7BD1-4B63-96A6-E93D126ACC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251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BBEFD-0E13-4E4E-B689-EE8F31757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1F5751-D8D3-3A78-14D2-00698A48F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4F107-7151-3612-44EF-C2F40CDED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3FDBA-FB81-F021-C502-4ECD8BE6C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FE39C-E5F9-4617-804A-74C946BEFC44}" type="datetimeFigureOut">
              <a:rPr lang="en-ID" smtClean="0"/>
              <a:t>30/05/2026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05CB4-1651-7620-BD44-3EFFA5FB5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289AC-1907-3F2E-D878-CEE15D0F0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97DDF-7BD1-4B63-96A6-E93D126ACC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851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CF93A-3A33-28C2-02C7-D9E5C2258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48360-4333-BA32-C40A-71C24AEC2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4BA60-C877-92AD-AD12-BE8DB2A94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FE39C-E5F9-4617-804A-74C946BEFC44}" type="datetimeFigureOut">
              <a:rPr lang="en-ID" smtClean="0"/>
              <a:t>30/05/2026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7D4A0-6AFF-B3AB-5ED7-34CE47890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CE262-61B0-A2A4-D682-832317B74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97DDF-7BD1-4B63-96A6-E93D126ACC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917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AE1A40-84B4-777C-20C4-832FC67029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48435C-02D5-1B7B-9A8F-905FA3873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BA48E-F989-7936-FDE7-92276C890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FE39C-E5F9-4617-804A-74C946BEFC44}" type="datetimeFigureOut">
              <a:rPr lang="en-ID" smtClean="0"/>
              <a:t>30/05/2026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F9DA3-2C82-515E-4B4D-AD86D876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F08C3-BC53-F51D-6C1A-24E9D63B1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97DDF-7BD1-4B63-96A6-E93D126ACC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5576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1F1E09-52F9-C4F1-FCE9-0EC7C2D4E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2BAF6-5977-EE0C-5A0A-217DDC877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47234-0592-A2B0-46B6-67C082F29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FE39C-E5F9-4617-804A-74C946BEFC44}" type="datetimeFigureOut">
              <a:rPr lang="en-ID" smtClean="0"/>
              <a:t>30/05/2026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06864-9BC7-C5F0-7839-5E7DA86FD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2CE07-2135-D790-94E7-4ABC0001E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97DDF-7BD1-4B63-96A6-E93D126ACC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4526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ECB4D9-AC2A-7C42-B4B5-4C6126D62114}"/>
              </a:ext>
            </a:extLst>
          </p:cNvPr>
          <p:cNvSpPr txBox="1"/>
          <p:nvPr/>
        </p:nvSpPr>
        <p:spPr>
          <a:xfrm>
            <a:off x="4832096" y="3013501"/>
            <a:ext cx="25278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/>
              <a:t>Progres</a:t>
            </a:r>
            <a:r>
              <a:rPr lang="en-US" sz="4800" dirty="0"/>
              <a:t> 9</a:t>
            </a:r>
            <a:endParaRPr lang="en-ID" sz="4800" dirty="0"/>
          </a:p>
        </p:txBody>
      </p:sp>
    </p:spTree>
    <p:extLst>
      <p:ext uri="{BB962C8B-B14F-4D97-AF65-F5344CB8AC3E}">
        <p14:creationId xmlns:p14="http://schemas.microsoft.com/office/powerpoint/2010/main" val="2141986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D3F45E-A0D5-1087-D230-1A0A42553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643" y="2171281"/>
            <a:ext cx="6642958" cy="25051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753D6C-0997-5788-CFA9-75390B64E374}"/>
              </a:ext>
            </a:extLst>
          </p:cNvPr>
          <p:cNvSpPr txBox="1"/>
          <p:nvPr/>
        </p:nvSpPr>
        <p:spPr>
          <a:xfrm>
            <a:off x="1422399" y="3423864"/>
            <a:ext cx="1452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Sebelum</a:t>
            </a:r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2008095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C87517-91F0-8F3B-41ED-C6DD1EF6C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060" y="3891668"/>
            <a:ext cx="5722681" cy="2016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7599C2-AB95-C936-2C62-FD748B058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060" y="1220774"/>
            <a:ext cx="5722680" cy="22082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918906-F77B-DA89-F9DC-CFECA3BCFA6B}"/>
              </a:ext>
            </a:extLst>
          </p:cNvPr>
          <p:cNvSpPr txBox="1"/>
          <p:nvPr/>
        </p:nvSpPr>
        <p:spPr>
          <a:xfrm>
            <a:off x="1842403" y="3522336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sesudah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2572623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8D8B35-5010-6D02-D784-D0823C704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733" y="3052207"/>
            <a:ext cx="4761115" cy="16573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3494A3-9E13-7431-CDCE-ECE7FB410B8B}"/>
              </a:ext>
            </a:extLst>
          </p:cNvPr>
          <p:cNvSpPr txBox="1"/>
          <p:nvPr/>
        </p:nvSpPr>
        <p:spPr>
          <a:xfrm>
            <a:off x="595110" y="660400"/>
            <a:ext cx="1258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Hasilnya</a:t>
            </a:r>
            <a:endParaRPr lang="en-ID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82EAE-05E1-DE15-71BE-6E3F86FFF8D5}"/>
              </a:ext>
            </a:extLst>
          </p:cNvPr>
          <p:cNvSpPr txBox="1"/>
          <p:nvPr/>
        </p:nvSpPr>
        <p:spPr>
          <a:xfrm>
            <a:off x="8618191" y="2025134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Sebelum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01698B-8BC9-73EA-E8E9-54054BE75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816" y="4984750"/>
            <a:ext cx="4229137" cy="14721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A371B9-426D-1A28-4FEC-80B8229997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129" y="3052207"/>
            <a:ext cx="4229137" cy="14721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91D12B-DF5D-CC0B-5554-0CA8A1E46F0E}"/>
              </a:ext>
            </a:extLst>
          </p:cNvPr>
          <p:cNvSpPr txBox="1"/>
          <p:nvPr/>
        </p:nvSpPr>
        <p:spPr>
          <a:xfrm>
            <a:off x="2641601" y="2025134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Sesudah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17043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C10F98-A241-F045-9EAF-41C6F6CBA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180" y="1700143"/>
            <a:ext cx="4519511" cy="38641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5BB2D7-A943-AF51-E692-3F7C9739C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89" y="1665588"/>
            <a:ext cx="4794533" cy="38986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1FA4D1-45CD-A043-7413-03B64B248E21}"/>
              </a:ext>
            </a:extLst>
          </p:cNvPr>
          <p:cNvSpPr txBox="1"/>
          <p:nvPr/>
        </p:nvSpPr>
        <p:spPr>
          <a:xfrm>
            <a:off x="2819400" y="901700"/>
            <a:ext cx="10723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karakter</a:t>
            </a:r>
            <a:endParaRPr lang="en-ID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12D2D8-A816-278E-76FF-06B5E96ED315}"/>
              </a:ext>
            </a:extLst>
          </p:cNvPr>
          <p:cNvSpPr txBox="1"/>
          <p:nvPr/>
        </p:nvSpPr>
        <p:spPr>
          <a:xfrm>
            <a:off x="8408656" y="901700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Rasm</a:t>
            </a:r>
            <a:endParaRPr lang="en-ID" sz="2000" b="1" dirty="0"/>
          </a:p>
        </p:txBody>
      </p:sp>
    </p:spTree>
    <p:extLst>
      <p:ext uri="{BB962C8B-B14F-4D97-AF65-F5344CB8AC3E}">
        <p14:creationId xmlns:p14="http://schemas.microsoft.com/office/powerpoint/2010/main" val="1428180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C10474-2B0B-1022-3C6F-A1DCB0B64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4544607"/>
            <a:ext cx="7621064" cy="1829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B33416-F2A7-D9B2-BC40-A92AD4E708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363" y="1266523"/>
            <a:ext cx="7697274" cy="21624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76453B-46A2-471A-4FF8-3D20857BC341}"/>
              </a:ext>
            </a:extLst>
          </p:cNvPr>
          <p:cNvSpPr txBox="1"/>
          <p:nvPr/>
        </p:nvSpPr>
        <p:spPr>
          <a:xfrm>
            <a:off x="5610642" y="622300"/>
            <a:ext cx="970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Karakter</a:t>
            </a:r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6EAAD-AB21-B0A1-8FD8-12B24571B3B3}"/>
              </a:ext>
            </a:extLst>
          </p:cNvPr>
          <p:cNvSpPr txBox="1"/>
          <p:nvPr/>
        </p:nvSpPr>
        <p:spPr>
          <a:xfrm>
            <a:off x="5748788" y="3802137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Rasm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95169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A8277-11CC-98CB-1381-B1969A24D1C6}"/>
              </a:ext>
            </a:extLst>
          </p:cNvPr>
          <p:cNvSpPr txBox="1"/>
          <p:nvPr/>
        </p:nvSpPr>
        <p:spPr>
          <a:xfrm>
            <a:off x="4832096" y="3013501"/>
            <a:ext cx="28403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/>
              <a:t>Progres</a:t>
            </a:r>
            <a:r>
              <a:rPr lang="en-US" sz="4800" dirty="0"/>
              <a:t> 10</a:t>
            </a:r>
            <a:endParaRPr lang="en-ID" sz="4800" dirty="0"/>
          </a:p>
        </p:txBody>
      </p:sp>
    </p:spTree>
    <p:extLst>
      <p:ext uri="{BB962C8B-B14F-4D97-AF65-F5344CB8AC3E}">
        <p14:creationId xmlns:p14="http://schemas.microsoft.com/office/powerpoint/2010/main" val="1418783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433A81-354C-10C7-8236-D32E85C60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485" y="1172131"/>
            <a:ext cx="5034103" cy="18984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11B6F2-5A6E-16B1-1A00-7959D1F873E4}"/>
              </a:ext>
            </a:extLst>
          </p:cNvPr>
          <p:cNvSpPr txBox="1"/>
          <p:nvPr/>
        </p:nvSpPr>
        <p:spPr>
          <a:xfrm>
            <a:off x="395287" y="3559005"/>
            <a:ext cx="11401425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D" dirty="0"/>
              <a:t>FCC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membaca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pergerakan</a:t>
            </a:r>
            <a:r>
              <a:rPr lang="en-ID" dirty="0"/>
              <a:t> skeleton rasm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8-arah.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pada </a:t>
            </a:r>
            <a:r>
              <a:rPr lang="en-ID" dirty="0" err="1"/>
              <a:t>jalur</a:t>
            </a:r>
            <a:r>
              <a:rPr lang="en-ID" dirty="0"/>
              <a:t> skeleton </a:t>
            </a:r>
            <a:r>
              <a:rPr lang="en-ID" dirty="0" err="1"/>
              <a:t>kemudian</a:t>
            </a:r>
            <a:r>
              <a:rPr lang="en-ID" dirty="0"/>
              <a:t> </a:t>
            </a:r>
            <a:r>
              <a:rPr lang="en-ID" dirty="0" err="1"/>
              <a:t>dianalisis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kandidat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potong</a:t>
            </a:r>
            <a:r>
              <a:rPr lang="en-ID" dirty="0"/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ID" dirty="0"/>
              <a:t>FCC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menggantikan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sebelumnya</a:t>
            </a:r>
            <a:r>
              <a:rPr lang="en-ID" dirty="0"/>
              <a:t> (</a:t>
            </a:r>
            <a:r>
              <a:rPr lang="en-ID" dirty="0" err="1"/>
              <a:t>graf</a:t>
            </a:r>
            <a:r>
              <a:rPr lang="en-ID" dirty="0"/>
              <a:t>),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tambahan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mendeteksi</a:t>
            </a:r>
            <a:r>
              <a:rPr lang="en-ID" dirty="0"/>
              <a:t> garis </a:t>
            </a:r>
            <a:r>
              <a:rPr lang="en-ID" dirty="0" err="1"/>
              <a:t>potong</a:t>
            </a:r>
            <a:r>
              <a:rPr lang="en-ID" dirty="0"/>
              <a:t> pada area </a:t>
            </a:r>
            <a:r>
              <a:rPr lang="en-ID" dirty="0" err="1"/>
              <a:t>sambungan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intersection (</a:t>
            </a:r>
            <a:r>
              <a:rPr lang="en-ID" dirty="0" err="1"/>
              <a:t>kandidat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potong</a:t>
            </a:r>
            <a:r>
              <a:rPr lang="en-ID" dirty="0"/>
              <a:t>). Hasil garis </a:t>
            </a:r>
            <a:r>
              <a:rPr lang="en-ID" dirty="0" err="1"/>
              <a:t>potong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FCC </a:t>
            </a:r>
            <a:r>
              <a:rPr lang="en-ID" dirty="0" err="1"/>
              <a:t>kemudian</a:t>
            </a:r>
            <a:r>
              <a:rPr lang="en-ID" dirty="0"/>
              <a:t> </a:t>
            </a:r>
            <a:r>
              <a:rPr lang="en-ID" dirty="0" err="1"/>
              <a:t>digabungkan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pemotongan</a:t>
            </a:r>
            <a:r>
              <a:rPr lang="en-ID" dirty="0"/>
              <a:t> </a:t>
            </a:r>
            <a:r>
              <a:rPr lang="en-ID" dirty="0" err="1"/>
              <a:t>topologi</a:t>
            </a:r>
            <a:r>
              <a:rPr lang="en-ID" dirty="0"/>
              <a:t> </a:t>
            </a:r>
            <a:r>
              <a:rPr lang="en-ID" dirty="0" err="1"/>
              <a:t>graf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segmentasi</a:t>
            </a:r>
            <a:r>
              <a:rPr lang="en-ID" dirty="0"/>
              <a:t> </a:t>
            </a:r>
            <a:r>
              <a:rPr lang="en-ID" dirty="0" err="1"/>
              <a:t>akhir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akurat</a:t>
            </a:r>
            <a:r>
              <a:rPr lang="en-ID" dirty="0"/>
              <a:t> dan </a:t>
            </a:r>
            <a:r>
              <a:rPr lang="en-ID" dirty="0" err="1"/>
              <a:t>stabil</a:t>
            </a:r>
            <a:r>
              <a:rPr lang="en-ID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E25287-0651-193A-EA80-B5DFBA764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12" y="1172131"/>
            <a:ext cx="5034103" cy="18984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4602A7-C1D2-2C1A-71F4-E065E89E4177}"/>
              </a:ext>
            </a:extLst>
          </p:cNvPr>
          <p:cNvSpPr txBox="1"/>
          <p:nvPr/>
        </p:nvSpPr>
        <p:spPr>
          <a:xfrm>
            <a:off x="1992273" y="558583"/>
            <a:ext cx="2414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tambahan</a:t>
            </a:r>
            <a:r>
              <a:rPr lang="en-US" dirty="0"/>
              <a:t> FCC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913B17-687C-FC39-685F-CEEBE539DF38}"/>
              </a:ext>
            </a:extLst>
          </p:cNvPr>
          <p:cNvSpPr txBox="1"/>
          <p:nvPr/>
        </p:nvSpPr>
        <p:spPr>
          <a:xfrm>
            <a:off x="7846517" y="558583"/>
            <a:ext cx="2292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tambahan</a:t>
            </a:r>
            <a:r>
              <a:rPr lang="en-US" dirty="0"/>
              <a:t> FCC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88260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D1A0CD-5FA9-0679-D8E2-0C7E2355F6A2}"/>
              </a:ext>
            </a:extLst>
          </p:cNvPr>
          <p:cNvSpPr txBox="1"/>
          <p:nvPr/>
        </p:nvSpPr>
        <p:spPr>
          <a:xfrm>
            <a:off x="403621" y="3343279"/>
            <a:ext cx="11612165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dirty="0"/>
              <a:t>Freeman Chain Code </a:t>
            </a:r>
            <a:r>
              <a:rPr lang="en-ID" dirty="0" err="1"/>
              <a:t>dihitung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membaca</a:t>
            </a:r>
            <a:r>
              <a:rPr lang="en-ID" dirty="0"/>
              <a:t> </a:t>
            </a:r>
            <a:r>
              <a:rPr lang="en-ID" dirty="0" err="1"/>
              <a:t>perpindahan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-pixel pada </a:t>
            </a:r>
            <a:r>
              <a:rPr lang="en-ID" dirty="0" err="1"/>
              <a:t>jalur</a:t>
            </a:r>
            <a:r>
              <a:rPr lang="en-ID" dirty="0"/>
              <a:t> skeleton.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perpindahan</a:t>
            </a:r>
            <a:r>
              <a:rPr lang="en-ID" dirty="0"/>
              <a:t> </a:t>
            </a:r>
            <a:r>
              <a:rPr lang="en-ID" dirty="0" err="1"/>
              <a:t>dikonversi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0 </a:t>
            </a:r>
            <a:r>
              <a:rPr lang="en-ID" dirty="0" err="1"/>
              <a:t>sampai</a:t>
            </a:r>
            <a:r>
              <a:rPr lang="en-ID" dirty="0"/>
              <a:t> 7.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belokan</a:t>
            </a:r>
            <a:r>
              <a:rPr lang="en-ID" dirty="0"/>
              <a:t> skeleton,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kandidat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potong</a:t>
            </a:r>
            <a:r>
              <a:rPr lang="en-ID" dirty="0"/>
              <a:t>. Pada </a:t>
            </a:r>
            <a:r>
              <a:rPr lang="en-ID" dirty="0" err="1"/>
              <a:t>visualisasi</a:t>
            </a:r>
            <a:r>
              <a:rPr lang="en-ID" dirty="0"/>
              <a:t>, </a:t>
            </a:r>
            <a:r>
              <a:rPr lang="en-ID" dirty="0" err="1"/>
              <a:t>kode</a:t>
            </a:r>
            <a:r>
              <a:rPr lang="en-ID" dirty="0"/>
              <a:t> FCC </a:t>
            </a:r>
            <a:r>
              <a:rPr lang="en-ID" dirty="0" err="1"/>
              <a:t>dinormalisasi</a:t>
            </a:r>
            <a:r>
              <a:rPr lang="en-ID" dirty="0"/>
              <a:t> agar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pembacaannya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goresan</a:t>
            </a:r>
            <a:r>
              <a:rPr lang="en-ID" dirty="0"/>
              <a:t> </a:t>
            </a:r>
            <a:r>
              <a:rPr lang="en-ID" dirty="0" err="1"/>
              <a:t>penulisan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273A5A-EB48-F166-7050-1734F9A24B9C}"/>
              </a:ext>
            </a:extLst>
          </p:cNvPr>
          <p:cNvSpPr txBox="1"/>
          <p:nvPr/>
        </p:nvSpPr>
        <p:spPr>
          <a:xfrm>
            <a:off x="1503760" y="5192820"/>
            <a:ext cx="964049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dirty="0" err="1"/>
              <a:t>Misalnya</a:t>
            </a:r>
            <a:r>
              <a:rPr lang="en-ID" dirty="0"/>
              <a:t>:</a:t>
            </a:r>
          </a:p>
          <a:p>
            <a:pPr>
              <a:lnSpc>
                <a:spcPct val="150000"/>
              </a:lnSpc>
            </a:pPr>
            <a:r>
              <a:rPr lang="en-ID" dirty="0"/>
              <a:t>Bagian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>
                <a:latin typeface="Courier New" panose="02070309020205020404" pitchFamily="49" charset="0"/>
              </a:rPr>
              <a:t>2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>
                <a:latin typeface="Courier New" panose="02070309020205020404" pitchFamily="49" charset="0"/>
              </a:rPr>
              <a:t>3</a:t>
            </a:r>
            <a:r>
              <a:rPr lang="en-ID" dirty="0"/>
              <a:t>, </a:t>
            </a:r>
            <a:r>
              <a:rPr lang="en-ID" dirty="0" err="1"/>
              <a:t>lalu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>
                <a:latin typeface="Courier New" panose="02070309020205020404" pitchFamily="49" charset="0"/>
              </a:rPr>
              <a:t>4</a:t>
            </a:r>
            <a:r>
              <a:rPr lang="en-ID" dirty="0"/>
              <a:t> dan </a:t>
            </a:r>
            <a:r>
              <a:rPr lang="en-ID" dirty="0">
                <a:latin typeface="Courier New" panose="02070309020205020404" pitchFamily="49" charset="0"/>
              </a:rPr>
              <a:t>5</a:t>
            </a:r>
            <a:r>
              <a:rPr lang="en-ID" dirty="0"/>
              <a:t>,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skeleton.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dianggap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b="1" dirty="0" err="1"/>
              <a:t>kandidat</a:t>
            </a:r>
            <a:r>
              <a:rPr lang="en-ID" b="1" dirty="0"/>
              <a:t> point </a:t>
            </a:r>
            <a:r>
              <a:rPr lang="en-ID" b="1" dirty="0" err="1"/>
              <a:t>potong</a:t>
            </a:r>
            <a:endParaRPr lang="en-ID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CAD391-D2DA-264C-DF34-FBE7A8769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37" t="19393" r="40856" b="23151"/>
          <a:stretch>
            <a:fillRect/>
          </a:stretch>
        </p:blipFill>
        <p:spPr>
          <a:xfrm>
            <a:off x="7302832" y="248915"/>
            <a:ext cx="2243137" cy="30943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93EDBF-9012-713E-A908-071D7C6EE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66" r="72713" b="53656"/>
          <a:stretch>
            <a:fillRect/>
          </a:stretch>
        </p:blipFill>
        <p:spPr>
          <a:xfrm>
            <a:off x="1665019" y="524915"/>
            <a:ext cx="4544684" cy="254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065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2ADA9-BFFF-C0D2-324F-7B8B0D86C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5738F5-103A-E492-273E-7D337F501EFE}"/>
              </a:ext>
            </a:extLst>
          </p:cNvPr>
          <p:cNvSpPr txBox="1"/>
          <p:nvPr/>
        </p:nvSpPr>
        <p:spPr>
          <a:xfrm>
            <a:off x="266700" y="3429000"/>
            <a:ext cx="1170940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dirty="0"/>
              <a:t>FCC </a:t>
            </a:r>
            <a:r>
              <a:rPr lang="en-ID" dirty="0" err="1"/>
              <a:t>digunakan</a:t>
            </a:r>
            <a:r>
              <a:rPr lang="en-ID" dirty="0"/>
              <a:t> pada Freeman Path,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jalur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skeleton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urutan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yang </a:t>
            </a:r>
            <a:r>
              <a:rPr lang="en-ID" dirty="0" err="1"/>
              <a:t>jelas</a:t>
            </a:r>
            <a:r>
              <a:rPr lang="en-ID" dirty="0"/>
              <a:t>. </a:t>
            </a:r>
          </a:p>
          <a:p>
            <a:pPr>
              <a:lnSpc>
                <a:spcPct val="150000"/>
              </a:lnSpc>
            </a:pPr>
            <a:r>
              <a:rPr lang="en-ID" dirty="0" err="1"/>
              <a:t>diperlukan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FCC </a:t>
            </a:r>
            <a:r>
              <a:rPr lang="en-ID" dirty="0" err="1"/>
              <a:t>menghitung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perpindahan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-pixel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berurutan</a:t>
            </a:r>
            <a:r>
              <a:rPr lang="en-ID" dirty="0"/>
              <a:t>. </a:t>
            </a:r>
            <a:r>
              <a:rPr lang="en-ID" dirty="0" err="1"/>
              <a:t>Struktur</a:t>
            </a:r>
            <a:r>
              <a:rPr lang="en-ID" dirty="0"/>
              <a:t> loop </a:t>
            </a:r>
            <a:r>
              <a:rPr lang="en-ID" dirty="0" err="1"/>
              <a:t>seperti</a:t>
            </a:r>
            <a:r>
              <a:rPr lang="en-ID" dirty="0"/>
              <a:t> pada </a:t>
            </a:r>
            <a:r>
              <a:rPr lang="en-ID" dirty="0" err="1"/>
              <a:t>huruf</a:t>
            </a:r>
            <a:r>
              <a:rPr lang="en-ID" dirty="0"/>
              <a:t> fa’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dimasukkan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jalur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FCC </a:t>
            </a:r>
            <a:r>
              <a:rPr lang="en-ID" dirty="0" err="1"/>
              <a:t>karena</a:t>
            </a:r>
            <a:r>
              <a:rPr lang="en-ID" dirty="0"/>
              <a:t> loop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percabangan</a:t>
            </a:r>
            <a:r>
              <a:rPr lang="en-ID" dirty="0"/>
              <a:t>/</a:t>
            </a:r>
            <a:r>
              <a:rPr lang="en-ID" dirty="0" err="1"/>
              <a:t>siklus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ganda</a:t>
            </a:r>
            <a:r>
              <a:rPr lang="en-ID" dirty="0"/>
              <a:t> dan </a:t>
            </a:r>
            <a:r>
              <a:rPr lang="en-ID" dirty="0" err="1"/>
              <a:t>berpotensi</a:t>
            </a:r>
            <a:r>
              <a:rPr lang="en-ID" dirty="0"/>
              <a:t> </a:t>
            </a:r>
            <a:r>
              <a:rPr lang="en-ID" dirty="0" err="1"/>
              <a:t>menimbulkan</a:t>
            </a:r>
            <a:r>
              <a:rPr lang="en-ID" dirty="0"/>
              <a:t> </a:t>
            </a:r>
            <a:r>
              <a:rPr lang="en-ID" dirty="0" err="1"/>
              <a:t>kandidat</a:t>
            </a:r>
            <a:r>
              <a:rPr lang="en-ID" dirty="0"/>
              <a:t> </a:t>
            </a:r>
            <a:r>
              <a:rPr lang="en-ID" dirty="0" err="1"/>
              <a:t>potong</a:t>
            </a:r>
            <a:r>
              <a:rPr lang="en-ID" dirty="0"/>
              <a:t> </a:t>
            </a:r>
            <a:r>
              <a:rPr lang="en-ID" dirty="0" err="1"/>
              <a:t>palsu</a:t>
            </a:r>
            <a:r>
              <a:rPr lang="en-ID" dirty="0"/>
              <a:t>. </a:t>
            </a:r>
          </a:p>
          <a:p>
            <a:pPr>
              <a:lnSpc>
                <a:spcPct val="150000"/>
              </a:lnSpc>
            </a:pPr>
            <a:r>
              <a:rPr lang="en-ID" dirty="0"/>
              <a:t>Oleh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, loop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dipertahankan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topologi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, </a:t>
            </a:r>
            <a:r>
              <a:rPr lang="en-ID" dirty="0" err="1"/>
              <a:t>sedangkan</a:t>
            </a:r>
            <a:r>
              <a:rPr lang="en-ID" dirty="0"/>
              <a:t> FCC </a:t>
            </a:r>
            <a:r>
              <a:rPr lang="en-ID" dirty="0" err="1"/>
              <a:t>difokuskan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mendeteksi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pada </a:t>
            </a:r>
            <a:r>
              <a:rPr lang="en-ID" dirty="0" err="1"/>
              <a:t>jalur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skeleton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kandidat</a:t>
            </a:r>
            <a:r>
              <a:rPr lang="en-ID" dirty="0"/>
              <a:t> garis </a:t>
            </a:r>
            <a:r>
              <a:rPr lang="en-ID" dirty="0" err="1"/>
              <a:t>potong</a:t>
            </a:r>
            <a:r>
              <a:rPr lang="en-ID" dirty="0"/>
              <a:t> </a:t>
            </a:r>
            <a:r>
              <a:rPr lang="en-ID" dirty="0" err="1"/>
              <a:t>tambahan</a:t>
            </a:r>
            <a:r>
              <a:rPr lang="en-ID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750292-CBF4-B11A-7619-B7B13C437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885" y="585787"/>
            <a:ext cx="6458230" cy="243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783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956</TotalTime>
  <Words>270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fajrul falaq</dc:creator>
  <cp:lastModifiedBy>fajrul falaq</cp:lastModifiedBy>
  <cp:revision>6</cp:revision>
  <dcterms:created xsi:type="dcterms:W3CDTF">2026-05-20T01:44:57Z</dcterms:created>
  <dcterms:modified xsi:type="dcterms:W3CDTF">2026-05-29T17:24:15Z</dcterms:modified>
</cp:coreProperties>
</file>